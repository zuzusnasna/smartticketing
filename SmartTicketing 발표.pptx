
<file path=[Content_Types].xml><?xml version="1.0" encoding="utf-8"?>
<Types xmlns="http://schemas.openxmlformats.org/package/2006/content-types">
  <Default Extension="fntdata" ContentType="application/x-fontdata"/>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2" r:id="rId1"/>
    <p:sldMasterId id="2147483653" r:id="rId2"/>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12192000"/>
  <p:embeddedFontLst>
    <p:embeddedFont>
      <p:font typeface="Malgun Gothic" panose="020B0503020000020004" pitchFamily="50" charset="-127"/>
      <p:regular r:id="rId28"/>
      <p:bold r:id="rId29"/>
    </p:embeddedFont>
    <p:embeddedFont>
      <p:font typeface="Noto Sans KR" panose="020B0200000000000000" pitchFamily="50" charset="-127"/>
      <p:regular r:id="rId30"/>
      <p:bold r:id="rId31"/>
    </p:embeddedFont>
    <p:embeddedFont>
      <p:font typeface="Oswald" panose="00000500000000000000" pitchFamily="2" charset="0"/>
      <p:regular r:id="rId32"/>
      <p:bold r:id="rId33"/>
    </p:embeddedFont>
    <p:embeddedFont>
      <p:font typeface="Roboto Mono" panose="00000009000000000000" pitchFamily="49" charset="0"/>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27FE1E-AED2-40D9-8705-C6EF364FF2AF}" v="2" dt="2026-10-19T08:43:02.390"/>
  </p1510:revLst>
</p1510:revInfo>
</file>

<file path=ppt/tableStyles.xml><?xml version="1.0" encoding="utf-8"?>
<a:tblStyleLst xmlns:a="http://schemas.openxmlformats.org/drawingml/2006/main" def="{29D62EB9-B020-4353-B102-50C2F93F9756}">
  <a:tblStyle styleId="{29D62EB9-B020-4353-B102-50C2F93F975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046" autoAdjust="0"/>
  </p:normalViewPr>
  <p:slideViewPr>
    <p:cSldViewPr snapToGrid="0">
      <p:cViewPr varScale="1">
        <p:scale>
          <a:sx n="76" d="100"/>
          <a:sy n="76" d="100"/>
        </p:scale>
        <p:origin x="687"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font" Target="fonts/font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상혁 주" userId="7314a47e8e6cde03" providerId="LiveId" clId="{ED048A67-073F-48FA-B1BE-8FB53E87302C}"/>
    <pc:docChg chg="custSel modSld">
      <pc:chgData name="상혁 주" userId="7314a47e8e6cde03" providerId="LiveId" clId="{ED048A67-073F-48FA-B1BE-8FB53E87302C}" dt="2026-10-19T08:43:14.619" v="43" actId="1076"/>
      <pc:docMkLst>
        <pc:docMk/>
      </pc:docMkLst>
      <pc:sldChg chg="modSp mod">
        <pc:chgData name="상혁 주" userId="7314a47e8e6cde03" providerId="LiveId" clId="{ED048A67-073F-48FA-B1BE-8FB53E87302C}" dt="2026-10-12T01:24:19.687" v="2" actId="27636"/>
        <pc:sldMkLst>
          <pc:docMk/>
          <pc:sldMk cId="0" sldId="257"/>
        </pc:sldMkLst>
        <pc:spChg chg="mod">
          <ac:chgData name="상혁 주" userId="7314a47e8e6cde03" providerId="LiveId" clId="{ED048A67-073F-48FA-B1BE-8FB53E87302C}" dt="2026-10-12T01:24:19.687" v="2" actId="27636"/>
          <ac:spMkLst>
            <pc:docMk/>
            <pc:sldMk cId="0" sldId="257"/>
            <ac:spMk id="37" creationId="{00000000-0000-0000-0000-000000000000}"/>
          </ac:spMkLst>
        </pc:spChg>
      </pc:sldChg>
      <pc:sldChg chg="modSp mod">
        <pc:chgData name="상혁 주" userId="7314a47e8e6cde03" providerId="LiveId" clId="{ED048A67-073F-48FA-B1BE-8FB53E87302C}" dt="2026-10-12T01:24:19.703" v="3" actId="27636"/>
        <pc:sldMkLst>
          <pc:docMk/>
          <pc:sldMk cId="0" sldId="258"/>
        </pc:sldMkLst>
        <pc:spChg chg="mod">
          <ac:chgData name="상혁 주" userId="7314a47e8e6cde03" providerId="LiveId" clId="{ED048A67-073F-48FA-B1BE-8FB53E87302C}" dt="2026-10-12T01:24:19.703" v="3" actId="27636"/>
          <ac:spMkLst>
            <pc:docMk/>
            <pc:sldMk cId="0" sldId="258"/>
            <ac:spMk id="87" creationId="{00000000-0000-0000-0000-000000000000}"/>
          </ac:spMkLst>
        </pc:spChg>
      </pc:sldChg>
      <pc:sldChg chg="modSp mod">
        <pc:chgData name="상혁 주" userId="7314a47e8e6cde03" providerId="LiveId" clId="{ED048A67-073F-48FA-B1BE-8FB53E87302C}" dt="2026-10-12T01:24:19.719" v="4" actId="27636"/>
        <pc:sldMkLst>
          <pc:docMk/>
          <pc:sldMk cId="0" sldId="259"/>
        </pc:sldMkLst>
        <pc:spChg chg="mod">
          <ac:chgData name="상혁 주" userId="7314a47e8e6cde03" providerId="LiveId" clId="{ED048A67-073F-48FA-B1BE-8FB53E87302C}" dt="2026-10-12T01:24:19.719" v="4" actId="27636"/>
          <ac:spMkLst>
            <pc:docMk/>
            <pc:sldMk cId="0" sldId="259"/>
            <ac:spMk id="113" creationId="{00000000-0000-0000-0000-000000000000}"/>
          </ac:spMkLst>
        </pc:spChg>
      </pc:sldChg>
      <pc:sldChg chg="modSp mod">
        <pc:chgData name="상혁 주" userId="7314a47e8e6cde03" providerId="LiveId" clId="{ED048A67-073F-48FA-B1BE-8FB53E87302C}" dt="2026-10-12T01:24:19.737" v="5" actId="27636"/>
        <pc:sldMkLst>
          <pc:docMk/>
          <pc:sldMk cId="0" sldId="260"/>
        </pc:sldMkLst>
        <pc:spChg chg="mod">
          <ac:chgData name="상혁 주" userId="7314a47e8e6cde03" providerId="LiveId" clId="{ED048A67-073F-48FA-B1BE-8FB53E87302C}" dt="2026-10-12T01:24:19.737" v="5" actId="27636"/>
          <ac:spMkLst>
            <pc:docMk/>
            <pc:sldMk cId="0" sldId="260"/>
            <ac:spMk id="152" creationId="{00000000-0000-0000-0000-000000000000}"/>
          </ac:spMkLst>
        </pc:spChg>
      </pc:sldChg>
      <pc:sldChg chg="modSp mod">
        <pc:chgData name="상혁 주" userId="7314a47e8e6cde03" providerId="LiveId" clId="{ED048A67-073F-48FA-B1BE-8FB53E87302C}" dt="2026-10-12T01:24:19.750" v="6" actId="27636"/>
        <pc:sldMkLst>
          <pc:docMk/>
          <pc:sldMk cId="0" sldId="261"/>
        </pc:sldMkLst>
        <pc:spChg chg="mod">
          <ac:chgData name="상혁 주" userId="7314a47e8e6cde03" providerId="LiveId" clId="{ED048A67-073F-48FA-B1BE-8FB53E87302C}" dt="2026-10-12T01:24:19.750" v="6" actId="27636"/>
          <ac:spMkLst>
            <pc:docMk/>
            <pc:sldMk cId="0" sldId="261"/>
            <ac:spMk id="180" creationId="{00000000-0000-0000-0000-000000000000}"/>
          </ac:spMkLst>
        </pc:spChg>
      </pc:sldChg>
      <pc:sldChg chg="modSp mod">
        <pc:chgData name="상혁 주" userId="7314a47e8e6cde03" providerId="LiveId" clId="{ED048A67-073F-48FA-B1BE-8FB53E87302C}" dt="2026-10-12T01:24:19.782" v="7" actId="27636"/>
        <pc:sldMkLst>
          <pc:docMk/>
          <pc:sldMk cId="0" sldId="262"/>
        </pc:sldMkLst>
        <pc:spChg chg="mod">
          <ac:chgData name="상혁 주" userId="7314a47e8e6cde03" providerId="LiveId" clId="{ED048A67-073F-48FA-B1BE-8FB53E87302C}" dt="2026-10-12T01:24:19.782" v="7" actId="27636"/>
          <ac:spMkLst>
            <pc:docMk/>
            <pc:sldMk cId="0" sldId="262"/>
            <ac:spMk id="244" creationId="{00000000-0000-0000-0000-000000000000}"/>
          </ac:spMkLst>
        </pc:spChg>
      </pc:sldChg>
      <pc:sldChg chg="modSp mod">
        <pc:chgData name="상혁 주" userId="7314a47e8e6cde03" providerId="LiveId" clId="{ED048A67-073F-48FA-B1BE-8FB53E87302C}" dt="2026-10-12T02:19:48.216" v="37" actId="20577"/>
        <pc:sldMkLst>
          <pc:docMk/>
          <pc:sldMk cId="0" sldId="263"/>
        </pc:sldMkLst>
        <pc:spChg chg="mod">
          <ac:chgData name="상혁 주" userId="7314a47e8e6cde03" providerId="LiveId" clId="{ED048A67-073F-48FA-B1BE-8FB53E87302C}" dt="2026-10-12T02:19:44.903" v="33" actId="20577"/>
          <ac:spMkLst>
            <pc:docMk/>
            <pc:sldMk cId="0" sldId="263"/>
            <ac:spMk id="290" creationId="{00000000-0000-0000-0000-000000000000}"/>
          </ac:spMkLst>
        </pc:spChg>
        <pc:spChg chg="mod">
          <ac:chgData name="상혁 주" userId="7314a47e8e6cde03" providerId="LiveId" clId="{ED048A67-073F-48FA-B1BE-8FB53E87302C}" dt="2026-10-12T02:19:48.216" v="37" actId="20577"/>
          <ac:spMkLst>
            <pc:docMk/>
            <pc:sldMk cId="0" sldId="263"/>
            <ac:spMk id="292" creationId="{00000000-0000-0000-0000-000000000000}"/>
          </ac:spMkLst>
        </pc:spChg>
      </pc:sldChg>
      <pc:sldChg chg="modSp mod">
        <pc:chgData name="상혁 주" userId="7314a47e8e6cde03" providerId="LiveId" clId="{ED048A67-073F-48FA-B1BE-8FB53E87302C}" dt="2026-10-12T01:24:19.797" v="8" actId="27636"/>
        <pc:sldMkLst>
          <pc:docMk/>
          <pc:sldMk cId="0" sldId="264"/>
        </pc:sldMkLst>
        <pc:spChg chg="mod">
          <ac:chgData name="상혁 주" userId="7314a47e8e6cde03" providerId="LiveId" clId="{ED048A67-073F-48FA-B1BE-8FB53E87302C}" dt="2026-10-12T01:24:19.797" v="8" actId="27636"/>
          <ac:spMkLst>
            <pc:docMk/>
            <pc:sldMk cId="0" sldId="264"/>
            <ac:spMk id="302" creationId="{00000000-0000-0000-0000-000000000000}"/>
          </ac:spMkLst>
        </pc:spChg>
      </pc:sldChg>
      <pc:sldChg chg="modNotesTx">
        <pc:chgData name="상혁 주" userId="7314a47e8e6cde03" providerId="LiveId" clId="{ED048A67-073F-48FA-B1BE-8FB53E87302C}" dt="2026-10-12T01:24:26.144" v="21" actId="20577"/>
        <pc:sldMkLst>
          <pc:docMk/>
          <pc:sldMk cId="0" sldId="272"/>
        </pc:sldMkLst>
      </pc:sldChg>
      <pc:sldChg chg="addSp delSp modSp mod delAnim modAnim">
        <pc:chgData name="상혁 주" userId="7314a47e8e6cde03" providerId="LiveId" clId="{ED048A67-073F-48FA-B1BE-8FB53E87302C}" dt="2026-10-19T08:43:14.619" v="43" actId="1076"/>
        <pc:sldMkLst>
          <pc:docMk/>
          <pc:sldMk cId="0" sldId="276"/>
        </pc:sldMkLst>
        <pc:spChg chg="mod">
          <ac:chgData name="상혁 주" userId="7314a47e8e6cde03" providerId="LiveId" clId="{ED048A67-073F-48FA-B1BE-8FB53E87302C}" dt="2026-10-12T01:24:19.641" v="0" actId="27636"/>
          <ac:spMkLst>
            <pc:docMk/>
            <pc:sldMk cId="0" sldId="276"/>
            <ac:spMk id="684" creationId="{00000000-0000-0000-0000-000000000000}"/>
          </ac:spMkLst>
        </pc:spChg>
        <pc:picChg chg="add mod">
          <ac:chgData name="상혁 주" userId="7314a47e8e6cde03" providerId="LiveId" clId="{ED048A67-073F-48FA-B1BE-8FB53E87302C}" dt="2026-10-19T08:43:14.619" v="43" actId="1076"/>
          <ac:picMkLst>
            <pc:docMk/>
            <pc:sldMk cId="0" sldId="276"/>
            <ac:picMk id="2" creationId="{5CC44907-B47A-7584-983C-AABE027C0C3B}"/>
          </ac:picMkLst>
        </pc:picChg>
        <pc:picChg chg="del">
          <ac:chgData name="상혁 주" userId="7314a47e8e6cde03" providerId="LiveId" clId="{ED048A67-073F-48FA-B1BE-8FB53E87302C}" dt="2026-10-19T08:42:56.996" v="38" actId="478"/>
          <ac:picMkLst>
            <pc:docMk/>
            <pc:sldMk cId="0" sldId="276"/>
            <ac:picMk id="687" creationId="{00000000-0000-0000-0000-000000000000}"/>
          </ac:picMkLst>
        </pc:picChg>
      </pc:sldChg>
      <pc:sldChg chg="modSp mod">
        <pc:chgData name="상혁 주" userId="7314a47e8e6cde03" providerId="LiveId" clId="{ED048A67-073F-48FA-B1BE-8FB53E87302C}" dt="2026-10-12T01:24:19.656" v="1" actId="27636"/>
        <pc:sldMkLst>
          <pc:docMk/>
          <pc:sldMk cId="0" sldId="279"/>
        </pc:sldMkLst>
        <pc:spChg chg="mod">
          <ac:chgData name="상혁 주" userId="7314a47e8e6cde03" providerId="LiveId" clId="{ED048A67-073F-48FA-B1BE-8FB53E87302C}" dt="2026-10-12T01:24:19.656" v="1" actId="27636"/>
          <ac:spMkLst>
            <pc:docMk/>
            <pc:sldMk cId="0" sldId="279"/>
            <ac:spMk id="74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h233b40ff36ec08cf_3_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 name="Google Shape;21;h233b40ff36ec08cf_3_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Malgun Gothic"/>
                <a:ea typeface="Malgun Gothic"/>
                <a:cs typeface="Malgun Gothic"/>
                <a:sym typeface="Malgun Gothic"/>
              </a:rPr>
              <a:t>SmartTicketing은 사용자의 선호를 기억해서 원하는 좌석을 자동으로 찾아 잡아주고, 매진된 회차도 취소표를 자동으로 연결해 주는 영화 예매 서비스입니다. 주상혁, 이연화, 안정현 세 명이 함께 만들었습니다.</a:t>
            </a:r>
            <a:endParaRPr/>
          </a:p>
        </p:txBody>
      </p:sp>
      <p:sp>
        <p:nvSpPr>
          <p:cNvPr id="22" name="Google Shape;22;h233b40ff36ec08cf_3_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1</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h233b40ff36ec08cf_3_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 name="Google Shape;32;h233b40ff36ec08cf_3_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Malgun Gothic"/>
                <a:ea typeface="Malgun Gothic"/>
                <a:cs typeface="Malgun Gothic"/>
                <a:sym typeface="Malgun Gothic"/>
              </a:rPr>
              <a:t>발표는 프로젝트 소개, 핵심 기능, 기술 스택과 협업, 데이터베이스 설계, 성능 검증, 서비스 소개와 시연 순서로 진행하겠습니다.</a:t>
            </a:r>
            <a:endParaRPr/>
          </a:p>
        </p:txBody>
      </p:sp>
      <p:sp>
        <p:nvSpPr>
          <p:cNvPr id="33" name="Google Shape;33;h233b40ff36ec08cf_3_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2</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h233b40ff36ec08cf_3_6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h233b40ff36ec08cf_3_6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Malgun Gothic"/>
                <a:ea typeface="Malgun Gothic"/>
                <a:cs typeface="Malgun Gothic"/>
                <a:sym typeface="Malgun Gothic"/>
              </a:rPr>
              <a:t>영화 예매 과정에서 느끼는 불편을 네 가지로 정리했습니다. 좌석을 매번 직접 골라야 하고, 좋은 좌석은 경쟁이 심하고, 매진되면 취소표를 계속 확인해야 하고, 예매 오픈 순간에는 사람이 몰려 느려지거나 충돌이 생깁니다.</a:t>
            </a:r>
            <a:endParaRPr/>
          </a:p>
        </p:txBody>
      </p:sp>
      <p:sp>
        <p:nvSpPr>
          <p:cNvPr id="83" name="Google Shape;83;h233b40ff36ec08cf_3_6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3</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h233b40ff36ec08cf_3_9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 name="Google Shape;108;h233b40ff36ec08cf_3_9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Malgun Gothic"/>
                <a:ea typeface="Malgun Gothic"/>
                <a:cs typeface="Malgun Gothic"/>
                <a:sym typeface="Malgun Gothic"/>
              </a:rPr>
              <a:t>선호 정보는 한 번만 저장하면, 예매는 서비스가 자동으로 해 주는 방향으로 해결했습니다. 스마트예매와 취소표 대기, 동시성 제어가 핵심이고, 개발은 MySQL로 먼저 구현한 뒤 Redis로 성능을 개선하고 k6로 전후를 비교하는 전략으로 진행했습니다.</a:t>
            </a:r>
            <a:endParaRPr/>
          </a:p>
        </p:txBody>
      </p:sp>
      <p:sp>
        <p:nvSpPr>
          <p:cNvPr id="109" name="Google Shape;109;h233b40ff36ec08cf_3_9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4</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h233b40ff36ec08cf_3_13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7" name="Google Shape;147;h233b40ff36ec08cf_3_1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Malgun Gothic"/>
                <a:ea typeface="Malgun Gothic"/>
                <a:cs typeface="Malgun Gothic"/>
                <a:sym typeface="Malgun Gothic"/>
              </a:rPr>
              <a:t>세 명이 파트를 나눠 개발했습니다. 주상혁은 회원·인증과 알림·티켓, 이연화는 영화·극장 데이터, 안정현은 좌석·예매와 취소표 대기를 맡았습니다.</a:t>
            </a:r>
            <a:endParaRPr/>
          </a:p>
        </p:txBody>
      </p:sp>
      <p:sp>
        <p:nvSpPr>
          <p:cNvPr id="148" name="Google Shape;148;h233b40ff36ec08cf_3_13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5</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h233b40ff36ec08cf_3_15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 name="Google Shape;175;h233b40ff36ec08cf_3_1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Malgun Gothic"/>
                <a:ea typeface="Malgun Gothic"/>
                <a:cs typeface="Malgun Gothic"/>
                <a:sym typeface="Malgun Gothic"/>
              </a:rPr>
              <a:t>프론트엔드는 React와 Vite, 백엔드는 Java 21과 Spring Boot(Security, JPA, Gradle)를 사용했습니다. DB는 MySQL, 캐시는 Redis입니다. 인증은 JWT와 OAuth 2.0, 외부 API는 TMDB와 카카오맵, 실시간 알림은 SSE입니다. AWS에 Docker와 nginx로 배포하고 GitHub Actions로 CI/CD를 구성했습니다. 테스트는 JUnit 5와 Vitest, 부하 테스트는 k6를 사용했습니다.</a:t>
            </a:r>
            <a:endParaRPr/>
          </a:p>
        </p:txBody>
      </p:sp>
      <p:sp>
        <p:nvSpPr>
          <p:cNvPr id="176" name="Google Shape;176;h233b40ff36ec08cf_3_15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6</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h233b40ff36ec08cf_3_22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9" name="Google Shape;239;h233b40ff36ec08cf_3_2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Malgun Gothic"/>
                <a:ea typeface="Malgun Gothic"/>
                <a:cs typeface="Malgun Gothic"/>
                <a:sym typeface="Malgun Gothic"/>
              </a:rPr>
              <a:t>Figma로 화면을 설계하고, Notion으로 역할 분담과 저장소에 올리면 안 되는 정보를 공유했습니다. 개발은 feat, fix 브랜치에서 작업한 뒤 PR로 main에 병합했고, 병합되면 GitHub Actions가 JUnit과 Vitest 테스트를 돌린 뒤 Docker 이미지로 AWS에 배포합니다.</a:t>
            </a:r>
            <a:endParaRPr/>
          </a:p>
        </p:txBody>
      </p:sp>
      <p:sp>
        <p:nvSpPr>
          <p:cNvPr id="240" name="Google Shape;240;h233b40ff36ec08cf_3_2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7</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h60dfde64e93e829d_5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9" name="Google Shape;279;h60dfde64e93e829d_5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Malgun Gothic"/>
                <a:ea typeface="Malgun Gothic"/>
                <a:cs typeface="Malgun Gothic"/>
                <a:sym typeface="Malgun Gothic"/>
              </a:rPr>
              <a:t>전체 데이터베이스 구조입니다. 테이블 28개, Enum 17개로 구성되어 있고, 회원, 영화·극장·상영, 예매, 취소표 대기, 결제·티켓, 알림, 운영·보조 7개 영역으로 나뉩니다. 다음 슬라이드부터 영역별 역할과 예매·대기 데이터 흐름을 설명하겠습니다.</a:t>
            </a:r>
            <a:endParaRPr/>
          </a:p>
        </p:txBody>
      </p:sp>
      <p:sp>
        <p:nvSpPr>
          <p:cNvPr id="280" name="Google Shape;280;h60dfde64e93e829d_5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8</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h233b40ff36ec08cf_3_3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7" name="Google Shape;297;h233b40ff36ec08cf_3_3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Malgun Gothic"/>
                <a:ea typeface="Malgun Gothic"/>
                <a:cs typeface="Malgun Gothic"/>
                <a:sym typeface="Malgun Gothic"/>
              </a:rPr>
              <a:t>영역별 핵심 테이블입니다. 회원 영역은 회원 정보와 선호 좌석·선호 영화관을, 영화·극장·상영 영역은 영화에서 좌석까지의 계층과 회차별 좌석 상태를 저장합니다. 예매 영역의 중심은 예매 요청 그룹으로, 스마트예매 조건을 담습니다. 취소표 대기는 구역별 순번으로 관리하고, 결제와 티켓은 예매와 1:1입니다. 운영·보조 테이블은 중복 요청 방지와 순번 발급 같은 내부 처리를 맡습니다.</a:t>
            </a:r>
            <a:endParaRPr/>
          </a:p>
        </p:txBody>
      </p:sp>
      <p:sp>
        <p:nvSpPr>
          <p:cNvPr id="298" name="Google Shape;298;h233b40ff36ec08cf_3_3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9</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h35a0738f216039f9_16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1" name="Google Shape;331;h35a0738f216039f9_16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Malgun Gothic"/>
                <a:ea typeface="Malgun Gothic"/>
                <a:cs typeface="Malgun Gothic"/>
                <a:sym typeface="Malgun Gothic"/>
              </a:rPr>
              <a:t>예매에 필요한 데이터는 직접 만들어 넣지 않고 외부 API와 자동 생성으로 준비했습니다. TMDB에서 영화 정보를, 카카오 로컬 API에서 서울 3사 영화관 지점과 좌표를 수집합니다. 극장마다 10개 관과 관별 120석, 6개 좌석 구역을 만들고, 누적 관객 상위 10편을 순위에 따라 3일치 상영시간표로 편성합니다. 첫 회차는 08:00부터 극장마다 조금씩 다르게 시작하고, 광고 10분과 청소 20분을 반영해 다음 회차를 잡습니다. 마지막으로 회차마다 좌석 재고를 만들어 예매할 수 있게 합니다. 이미 있는 날짜는 건너뛰기 때문에 서버를 다시 시작하거나 관리자 화면에서 다시 실행해도 중복되지 않습니다.</a:t>
            </a:r>
            <a:endParaRPr/>
          </a:p>
        </p:txBody>
      </p:sp>
      <p:sp>
        <p:nvSpPr>
          <p:cNvPr id="332" name="Google Shape;332;h35a0738f216039f9_16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10</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h233b40ff36ec08cf_3_25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4" name="Google Shape;374;h233b40ff36ec08cf_3_25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rgbClr val="111111"/>
                </a:solidFill>
                <a:latin typeface="Noto Sans KR"/>
                <a:ea typeface="Noto Sans KR"/>
                <a:cs typeface="Noto Sans KR"/>
                <a:sym typeface="Noto Sans KR"/>
              </a:rPr>
              <a:t>선호 조건으로 후보를 비교하고, 구역 안에서는 연석을 우선합니다. 처음 가능한 후보를 선점하면서 앞선 후보의 대기는 유지합니다. 예를 들어 균형 추천에서 선점하면 선호 좌석은 대기로 남고, 뒤 후보는 만들지 않습니다. 모두 불가능하면 대기로 등록합니다.</a:t>
            </a:r>
            <a:endParaRPr sz="1200">
              <a:solidFill>
                <a:srgbClr val="111111"/>
              </a:solidFill>
              <a:latin typeface="Noto Sans KR"/>
              <a:ea typeface="Noto Sans KR"/>
              <a:cs typeface="Noto Sans KR"/>
              <a:sym typeface="Noto Sans KR"/>
            </a:endParaRPr>
          </a:p>
        </p:txBody>
      </p:sp>
      <p:sp>
        <p:nvSpPr>
          <p:cNvPr id="375" name="Google Shape;375;h233b40ff36ec08cf_3_25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11</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h233b40ff36ec08cf_3_35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5" name="Google Shape;395;h233b40ff36ec08cf_3_35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rgbClr val="111111"/>
                </a:solidFill>
                <a:latin typeface="Noto Sans KR"/>
                <a:ea typeface="Noto Sans KR"/>
                <a:cs typeface="Noto Sans KR"/>
                <a:sym typeface="Noto Sans KR"/>
              </a:rPr>
              <a:t>좌석은 5분간 선점하고, 결제하면 예매를 확정합니다. 취소나 만료 시 먼저 빈 좌석으로 반환한 뒤, 조건에 맞는 대기자가 있으면 다시 배정합니다. Redis는 조회와 실행 제어를 맡고, 최종 선점은 MySQL에서 잠금 후 검증합니다.</a:t>
            </a:r>
            <a:endParaRPr sz="1200">
              <a:solidFill>
                <a:srgbClr val="111111"/>
              </a:solidFill>
              <a:latin typeface="Noto Sans KR"/>
              <a:ea typeface="Noto Sans KR"/>
              <a:cs typeface="Noto Sans KR"/>
              <a:sym typeface="Noto Sans KR"/>
            </a:endParaRPr>
          </a:p>
        </p:txBody>
      </p:sp>
      <p:sp>
        <p:nvSpPr>
          <p:cNvPr id="396" name="Google Shape;396;h233b40ff36ec08cf_3_35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12</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h233b40ff36ec08cf_3_39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6" name="Google Shape;456;h233b40ff36ec08cf_3_39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반복 조회와 계산을 줄이기 위해 후보 요약을 Redis에 2초간 저장해 재사용합니다. 캐시가 없으면 DB에서 계산합니다. 캐시는 실제 상태와 다를 수 있어, 선점 직전에는 MySQL에서 잠금 후 다시 검증합니다.</a:t>
            </a:r>
            <a:endParaRPr/>
          </a:p>
        </p:txBody>
      </p:sp>
      <p:sp>
        <p:nvSpPr>
          <p:cNvPr id="457" name="Google Shape;457;h233b40ff36ec08cf_3_39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13</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h233b40ff36ec08cf_3_46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7" name="Google Shape;497;h233b40ff36ec08cf_3_46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취소나 만료로 좌석이 반환되면 같은 회차와 구역의 대기를 순서대로 확인합니다. 지정 좌석이나 인원 조건이 맞으면 5분간 선점하고 알립니다. 조건이 맞지 않으면 대기는 유지하고 다음 대기자를 확인합니다.</a:t>
            </a:r>
            <a:endParaRPr/>
          </a:p>
        </p:txBody>
      </p:sp>
      <p:sp>
        <p:nvSpPr>
          <p:cNvPr id="498" name="Google Shape;498;h233b40ff36ec08cf_3_46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14</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h233b40ff36ec08cf_3_50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6" name="Google Shape;536;h233b40ff36ec08cf_3_50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접속 대기실은 트래픽이 몰릴 때 서버 과부하를 막기 위한 기능입니다. 여유가 있으면 바로 입장하고, 동시 인원이나 초당 입장 한도에 도달하면 대기 화면에서 순서를 안내합니다. Redis로 순서를 관리하며 Lua로 정원 확인과 입장 처리를 한 번에 실행합니다.</a:t>
            </a:r>
            <a:endParaRPr/>
          </a:p>
        </p:txBody>
      </p:sp>
      <p:sp>
        <p:nvSpPr>
          <p:cNvPr id="537" name="Google Shape;537;h233b40ff36ec08cf_3_50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15</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h6339a2072acfb8b2_9_14:notes"/>
          <p:cNvSpPr>
            <a:spLocks noGrp="1" noRot="1" noChangeAspect="1"/>
          </p:cNvSpPr>
          <p:nvPr>
            <p:ph type="sldImg" idx="2"/>
          </p:nvPr>
        </p:nvSpPr>
        <p:spPr>
          <a:xfrm>
            <a:off x="1143225" y="914400"/>
            <a:ext cx="45723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h6339a2072acfb8b2_9_1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200">
                <a:solidFill>
                  <a:schemeClr val="dk1"/>
                </a:solidFill>
              </a:rPr>
              <a:t>다음은 대기 순번확인 및 티켓 QR확인 기능을 담당한 제가 말씀드리겠습니다. 왼쪽은 회차예매 후 대기열에 들어간 뒤의 흐름이고. 오른쪽은 티켓 사용처리에 대한 흐름입니다 이 다음 슬라이드에서 대기 순번 조회에 따른 DB조회 부담을 개선한 방법과 QR 확인 처리에대해 설명드리겠습니다.</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h6339a2072acfb8b2_9_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h6339a2072acfb8b2_9_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200" dirty="0" err="1">
                <a:solidFill>
                  <a:schemeClr val="dk1"/>
                </a:solidFill>
              </a:rPr>
              <a:t>기존에는</a:t>
            </a:r>
            <a:r>
              <a:rPr lang="en-US" sz="1200" dirty="0">
                <a:solidFill>
                  <a:schemeClr val="dk1"/>
                </a:solidFill>
              </a:rPr>
              <a:t> </a:t>
            </a:r>
            <a:r>
              <a:rPr lang="en-US" sz="1200" dirty="0" err="1">
                <a:solidFill>
                  <a:schemeClr val="dk1"/>
                </a:solidFill>
              </a:rPr>
              <a:t>순번을</a:t>
            </a:r>
            <a:r>
              <a:rPr lang="en-US" sz="1200" dirty="0">
                <a:solidFill>
                  <a:schemeClr val="dk1"/>
                </a:solidFill>
              </a:rPr>
              <a:t> </a:t>
            </a:r>
            <a:r>
              <a:rPr lang="en-US" sz="1200" dirty="0" err="1">
                <a:solidFill>
                  <a:schemeClr val="dk1"/>
                </a:solidFill>
              </a:rPr>
              <a:t>확인할</a:t>
            </a:r>
            <a:r>
              <a:rPr lang="en-US" sz="1200" dirty="0">
                <a:solidFill>
                  <a:schemeClr val="dk1"/>
                </a:solidFill>
              </a:rPr>
              <a:t> </a:t>
            </a:r>
            <a:r>
              <a:rPr lang="en-US" sz="1200" dirty="0" err="1">
                <a:solidFill>
                  <a:schemeClr val="dk1"/>
                </a:solidFill>
              </a:rPr>
              <a:t>때마다</a:t>
            </a:r>
            <a:r>
              <a:rPr lang="en-US" sz="1200" dirty="0">
                <a:solidFill>
                  <a:schemeClr val="dk1"/>
                </a:solidFill>
              </a:rPr>
              <a:t> </a:t>
            </a:r>
            <a:r>
              <a:rPr lang="en-US" sz="1200" dirty="0" err="1">
                <a:solidFill>
                  <a:schemeClr val="dk1"/>
                </a:solidFill>
              </a:rPr>
              <a:t>DB에서</a:t>
            </a:r>
            <a:r>
              <a:rPr lang="en-US" sz="1200" dirty="0">
                <a:solidFill>
                  <a:schemeClr val="dk1"/>
                </a:solidFill>
              </a:rPr>
              <a:t> 내 </a:t>
            </a:r>
            <a:r>
              <a:rPr lang="en-US" sz="1200" dirty="0" err="1">
                <a:solidFill>
                  <a:schemeClr val="dk1"/>
                </a:solidFill>
              </a:rPr>
              <a:t>앞의</a:t>
            </a:r>
            <a:r>
              <a:rPr lang="en-US" sz="1200" dirty="0">
                <a:solidFill>
                  <a:schemeClr val="dk1"/>
                </a:solidFill>
              </a:rPr>
              <a:t> </a:t>
            </a:r>
            <a:r>
              <a:rPr lang="en-US" sz="1200" dirty="0" err="1">
                <a:solidFill>
                  <a:schemeClr val="dk1"/>
                </a:solidFill>
              </a:rPr>
              <a:t>대기</a:t>
            </a:r>
            <a:r>
              <a:rPr lang="en-US" sz="1200" dirty="0">
                <a:solidFill>
                  <a:schemeClr val="dk1"/>
                </a:solidFill>
              </a:rPr>
              <a:t> </a:t>
            </a:r>
            <a:r>
              <a:rPr lang="en-US" sz="1200" dirty="0" err="1">
                <a:solidFill>
                  <a:schemeClr val="dk1"/>
                </a:solidFill>
              </a:rPr>
              <a:t>인원을</a:t>
            </a:r>
            <a:r>
              <a:rPr lang="en-US" sz="1200" dirty="0">
                <a:solidFill>
                  <a:schemeClr val="dk1"/>
                </a:solidFill>
              </a:rPr>
              <a:t> </a:t>
            </a:r>
            <a:r>
              <a:rPr lang="en-US" sz="1200" dirty="0" err="1">
                <a:solidFill>
                  <a:schemeClr val="dk1"/>
                </a:solidFill>
              </a:rPr>
              <a:t>다시</a:t>
            </a:r>
            <a:r>
              <a:rPr lang="en-US" sz="1200" dirty="0">
                <a:solidFill>
                  <a:schemeClr val="dk1"/>
                </a:solidFill>
              </a:rPr>
              <a:t> </a:t>
            </a:r>
            <a:r>
              <a:rPr lang="en-US" sz="1200" dirty="0" err="1">
                <a:solidFill>
                  <a:schemeClr val="dk1"/>
                </a:solidFill>
              </a:rPr>
              <a:t>세었습니다</a:t>
            </a:r>
            <a:r>
              <a:rPr lang="en-US" sz="1200" dirty="0">
                <a:solidFill>
                  <a:schemeClr val="dk1"/>
                </a:solidFill>
              </a:rPr>
              <a:t>. </a:t>
            </a:r>
            <a:r>
              <a:rPr lang="en-US" sz="1200" dirty="0" err="1">
                <a:solidFill>
                  <a:schemeClr val="dk1"/>
                </a:solidFill>
              </a:rPr>
              <a:t>그래서</a:t>
            </a:r>
            <a:r>
              <a:rPr lang="en-US" sz="1200" dirty="0">
                <a:solidFill>
                  <a:schemeClr val="dk1"/>
                </a:solidFill>
              </a:rPr>
              <a:t> </a:t>
            </a:r>
            <a:r>
              <a:rPr lang="en-US" sz="1200" dirty="0" err="1">
                <a:solidFill>
                  <a:schemeClr val="dk1"/>
                </a:solidFill>
              </a:rPr>
              <a:t>대기자가</a:t>
            </a:r>
            <a:r>
              <a:rPr lang="en-US" sz="1200" dirty="0">
                <a:solidFill>
                  <a:schemeClr val="dk1"/>
                </a:solidFill>
              </a:rPr>
              <a:t> </a:t>
            </a:r>
            <a:r>
              <a:rPr lang="en-US" sz="1200" dirty="0" err="1">
                <a:solidFill>
                  <a:schemeClr val="dk1"/>
                </a:solidFill>
              </a:rPr>
              <a:t>많거나</a:t>
            </a:r>
            <a:r>
              <a:rPr lang="en-US" sz="1200" dirty="0">
                <a:solidFill>
                  <a:schemeClr val="dk1"/>
                </a:solidFill>
              </a:rPr>
              <a:t> </a:t>
            </a:r>
            <a:r>
              <a:rPr lang="en-US" sz="1200" dirty="0" err="1">
                <a:solidFill>
                  <a:schemeClr val="dk1"/>
                </a:solidFill>
              </a:rPr>
              <a:t>새로고침이</a:t>
            </a:r>
            <a:r>
              <a:rPr lang="en-US" sz="1200" dirty="0">
                <a:solidFill>
                  <a:schemeClr val="dk1"/>
                </a:solidFill>
              </a:rPr>
              <a:t> </a:t>
            </a:r>
            <a:r>
              <a:rPr lang="en-US" sz="1200" dirty="0" err="1">
                <a:solidFill>
                  <a:schemeClr val="dk1"/>
                </a:solidFill>
              </a:rPr>
              <a:t>몰리면</a:t>
            </a:r>
            <a:r>
              <a:rPr lang="en-US" sz="1200" dirty="0">
                <a:solidFill>
                  <a:schemeClr val="dk1"/>
                </a:solidFill>
              </a:rPr>
              <a:t> DB </a:t>
            </a:r>
            <a:r>
              <a:rPr lang="en-US" sz="1200" dirty="0" err="1">
                <a:solidFill>
                  <a:schemeClr val="dk1"/>
                </a:solidFill>
              </a:rPr>
              <a:t>부하가</a:t>
            </a:r>
            <a:r>
              <a:rPr lang="en-US" sz="1200" dirty="0">
                <a:solidFill>
                  <a:schemeClr val="dk1"/>
                </a:solidFill>
              </a:rPr>
              <a:t> </a:t>
            </a:r>
            <a:r>
              <a:rPr lang="en-US" sz="1200" dirty="0" err="1">
                <a:solidFill>
                  <a:schemeClr val="dk1"/>
                </a:solidFill>
              </a:rPr>
              <a:t>커졌습니다</a:t>
            </a:r>
            <a:r>
              <a:rPr lang="en-US" sz="1200" dirty="0">
                <a:solidFill>
                  <a:schemeClr val="dk1"/>
                </a:solidFill>
              </a:rPr>
              <a:t>.</a:t>
            </a:r>
            <a:endParaRPr sz="1200" dirty="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dirty="0" err="1">
                <a:solidFill>
                  <a:schemeClr val="dk1"/>
                </a:solidFill>
              </a:rPr>
              <a:t>이를</a:t>
            </a:r>
            <a:r>
              <a:rPr lang="en-US" sz="1200" dirty="0">
                <a:solidFill>
                  <a:schemeClr val="dk1"/>
                </a:solidFill>
              </a:rPr>
              <a:t> </a:t>
            </a:r>
            <a:r>
              <a:rPr lang="en-US" sz="1200" dirty="0" err="1">
                <a:solidFill>
                  <a:schemeClr val="dk1"/>
                </a:solidFill>
              </a:rPr>
              <a:t>개선하기</a:t>
            </a:r>
            <a:r>
              <a:rPr lang="en-US" sz="1200" dirty="0">
                <a:solidFill>
                  <a:schemeClr val="dk1"/>
                </a:solidFill>
              </a:rPr>
              <a:t> </a:t>
            </a:r>
            <a:r>
              <a:rPr lang="en-US" sz="1200" dirty="0" err="1">
                <a:solidFill>
                  <a:schemeClr val="dk1"/>
                </a:solidFill>
              </a:rPr>
              <a:t>위해</a:t>
            </a:r>
            <a:r>
              <a:rPr lang="en-US" sz="1200" dirty="0">
                <a:solidFill>
                  <a:schemeClr val="dk1"/>
                </a:solidFill>
              </a:rPr>
              <a:t> </a:t>
            </a:r>
            <a:r>
              <a:rPr lang="en-US" sz="1200" dirty="0" err="1">
                <a:solidFill>
                  <a:schemeClr val="dk1"/>
                </a:solidFill>
              </a:rPr>
              <a:t>대기자를</a:t>
            </a:r>
            <a:r>
              <a:rPr lang="en-US" sz="1200" dirty="0">
                <a:solidFill>
                  <a:schemeClr val="dk1"/>
                </a:solidFill>
              </a:rPr>
              <a:t> </a:t>
            </a:r>
            <a:r>
              <a:rPr lang="en-US" sz="1200" dirty="0" err="1">
                <a:solidFill>
                  <a:schemeClr val="dk1"/>
                </a:solidFill>
              </a:rPr>
              <a:t>Redis의</a:t>
            </a:r>
            <a:r>
              <a:rPr lang="en-US" sz="1200" dirty="0">
                <a:solidFill>
                  <a:schemeClr val="dk1"/>
                </a:solidFill>
              </a:rPr>
              <a:t> Sorted Set, 즉 </a:t>
            </a:r>
            <a:r>
              <a:rPr lang="en-US" sz="1200" dirty="0" err="1">
                <a:solidFill>
                  <a:schemeClr val="dk1"/>
                </a:solidFill>
              </a:rPr>
              <a:t>점수</a:t>
            </a:r>
            <a:r>
              <a:rPr lang="en-US" sz="1200" dirty="0">
                <a:solidFill>
                  <a:schemeClr val="dk1"/>
                </a:solidFill>
              </a:rPr>
              <a:t> </a:t>
            </a:r>
            <a:r>
              <a:rPr lang="en-US" sz="1200" dirty="0" err="1">
                <a:solidFill>
                  <a:schemeClr val="dk1"/>
                </a:solidFill>
              </a:rPr>
              <a:t>순으로</a:t>
            </a:r>
            <a:r>
              <a:rPr lang="en-US" sz="1200" dirty="0">
                <a:solidFill>
                  <a:schemeClr val="dk1"/>
                </a:solidFill>
              </a:rPr>
              <a:t> </a:t>
            </a:r>
            <a:r>
              <a:rPr lang="en-US" sz="1200" dirty="0" err="1">
                <a:solidFill>
                  <a:schemeClr val="dk1"/>
                </a:solidFill>
              </a:rPr>
              <a:t>정렬된</a:t>
            </a:r>
            <a:r>
              <a:rPr lang="en-US" sz="1200" dirty="0">
                <a:solidFill>
                  <a:schemeClr val="dk1"/>
                </a:solidFill>
              </a:rPr>
              <a:t> </a:t>
            </a:r>
            <a:r>
              <a:rPr lang="en-US" sz="1200" dirty="0" err="1">
                <a:solidFill>
                  <a:schemeClr val="dk1"/>
                </a:solidFill>
              </a:rPr>
              <a:t>목록에</a:t>
            </a:r>
            <a:r>
              <a:rPr lang="en-US" sz="1200" dirty="0">
                <a:solidFill>
                  <a:schemeClr val="dk1"/>
                </a:solidFill>
              </a:rPr>
              <a:t> </a:t>
            </a:r>
            <a:r>
              <a:rPr lang="en-US" sz="1200" dirty="0" err="1">
                <a:solidFill>
                  <a:schemeClr val="dk1"/>
                </a:solidFill>
              </a:rPr>
              <a:t>저장했습니다</a:t>
            </a:r>
            <a:r>
              <a:rPr lang="en-US" sz="1200" dirty="0">
                <a:solidFill>
                  <a:schemeClr val="dk1"/>
                </a:solidFill>
              </a:rPr>
              <a:t>. </a:t>
            </a:r>
            <a:r>
              <a:rPr lang="en-US" sz="1200" dirty="0" err="1">
                <a:solidFill>
                  <a:schemeClr val="dk1"/>
                </a:solidFill>
              </a:rPr>
              <a:t>순번을</a:t>
            </a:r>
            <a:r>
              <a:rPr lang="en-US" sz="1200" dirty="0">
                <a:solidFill>
                  <a:schemeClr val="dk1"/>
                </a:solidFill>
              </a:rPr>
              <a:t> </a:t>
            </a:r>
            <a:r>
              <a:rPr lang="en-US" sz="1200" dirty="0" err="1">
                <a:solidFill>
                  <a:schemeClr val="dk1"/>
                </a:solidFill>
              </a:rPr>
              <a:t>조회하면</a:t>
            </a:r>
            <a:r>
              <a:rPr lang="en-US" sz="1200" dirty="0">
                <a:solidFill>
                  <a:schemeClr val="dk1"/>
                </a:solidFill>
              </a:rPr>
              <a:t> </a:t>
            </a:r>
            <a:r>
              <a:rPr lang="ko-KR" altLang="ko-KR" sz="1200" dirty="0" err="1"/>
              <a:t>Sorted</a:t>
            </a:r>
            <a:r>
              <a:rPr lang="ko-KR" altLang="ko-KR" sz="1200" dirty="0"/>
              <a:t> </a:t>
            </a:r>
            <a:r>
              <a:rPr lang="ko-KR" altLang="ko-KR" sz="1200" dirty="0" err="1"/>
              <a:t>Set</a:t>
            </a:r>
            <a:r>
              <a:rPr lang="ko-KR" altLang="ko-KR" sz="1200" dirty="0"/>
              <a:t>(ZSET)에서 특정 점수 범위에 들어있는 데이터 개수를 세는 명령어</a:t>
            </a:r>
            <a:r>
              <a:rPr lang="ko-KR" altLang="en-US" sz="1200" dirty="0"/>
              <a:t>인 </a:t>
            </a:r>
            <a:r>
              <a:rPr lang="en-US" sz="1200" dirty="0">
                <a:solidFill>
                  <a:schemeClr val="dk1"/>
                </a:solidFill>
              </a:rPr>
              <a:t>ZCOUNT </a:t>
            </a:r>
            <a:r>
              <a:rPr lang="en-US" sz="1200" dirty="0" err="1">
                <a:solidFill>
                  <a:schemeClr val="dk1"/>
                </a:solidFill>
              </a:rPr>
              <a:t>명령으로</a:t>
            </a:r>
            <a:r>
              <a:rPr lang="en-US" sz="1200" dirty="0">
                <a:solidFill>
                  <a:schemeClr val="dk1"/>
                </a:solidFill>
              </a:rPr>
              <a:t> 내 </a:t>
            </a:r>
            <a:r>
              <a:rPr lang="en-US" sz="1200" dirty="0" err="1">
                <a:solidFill>
                  <a:schemeClr val="dk1"/>
                </a:solidFill>
              </a:rPr>
              <a:t>점수보다</a:t>
            </a:r>
            <a:r>
              <a:rPr lang="en-US" sz="1200" dirty="0">
                <a:solidFill>
                  <a:schemeClr val="dk1"/>
                </a:solidFill>
              </a:rPr>
              <a:t> </a:t>
            </a:r>
            <a:r>
              <a:rPr lang="en-US" sz="1200" dirty="0" err="1">
                <a:solidFill>
                  <a:schemeClr val="dk1"/>
                </a:solidFill>
              </a:rPr>
              <a:t>작은</a:t>
            </a:r>
            <a:r>
              <a:rPr lang="en-US" sz="1200" dirty="0">
                <a:solidFill>
                  <a:schemeClr val="dk1"/>
                </a:solidFill>
              </a:rPr>
              <a:t> </a:t>
            </a:r>
            <a:r>
              <a:rPr lang="en-US" sz="1200" dirty="0" err="1">
                <a:solidFill>
                  <a:schemeClr val="dk1"/>
                </a:solidFill>
              </a:rPr>
              <a:t>대기자의</a:t>
            </a:r>
            <a:r>
              <a:rPr lang="en-US" sz="1200" dirty="0">
                <a:solidFill>
                  <a:schemeClr val="dk1"/>
                </a:solidFill>
              </a:rPr>
              <a:t> </a:t>
            </a:r>
            <a:r>
              <a:rPr lang="en-US" sz="1200" dirty="0" err="1">
                <a:solidFill>
                  <a:schemeClr val="dk1"/>
                </a:solidFill>
              </a:rPr>
              <a:t>수를</a:t>
            </a:r>
            <a:r>
              <a:rPr lang="en-US" sz="1200" dirty="0">
                <a:solidFill>
                  <a:schemeClr val="dk1"/>
                </a:solidFill>
              </a:rPr>
              <a:t> </a:t>
            </a:r>
            <a:r>
              <a:rPr lang="en-US" sz="1200" dirty="0" err="1">
                <a:solidFill>
                  <a:schemeClr val="dk1"/>
                </a:solidFill>
              </a:rPr>
              <a:t>셉니다</a:t>
            </a:r>
            <a:r>
              <a:rPr lang="en-US" sz="1200" dirty="0">
                <a:solidFill>
                  <a:schemeClr val="dk1"/>
                </a:solidFill>
              </a:rPr>
              <a:t>.</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200" dirty="0" err="1">
                <a:solidFill>
                  <a:schemeClr val="dk1"/>
                </a:solidFill>
              </a:rPr>
              <a:t>아래</a:t>
            </a:r>
            <a:r>
              <a:rPr lang="en-US" sz="1200" dirty="0">
                <a:solidFill>
                  <a:schemeClr val="dk1"/>
                </a:solidFill>
              </a:rPr>
              <a:t> </a:t>
            </a:r>
            <a:r>
              <a:rPr lang="en-US" sz="1200" dirty="0" err="1">
                <a:solidFill>
                  <a:schemeClr val="dk1"/>
                </a:solidFill>
              </a:rPr>
              <a:t>예시에서</a:t>
            </a:r>
            <a:r>
              <a:rPr lang="en-US" sz="1200" dirty="0">
                <a:solidFill>
                  <a:schemeClr val="dk1"/>
                </a:solidFill>
              </a:rPr>
              <a:t> 제 </a:t>
            </a:r>
            <a:r>
              <a:rPr lang="en-US" sz="1200" dirty="0" err="1">
                <a:solidFill>
                  <a:schemeClr val="dk1"/>
                </a:solidFill>
              </a:rPr>
              <a:t>점수가</a:t>
            </a:r>
            <a:r>
              <a:rPr lang="en-US" sz="1200" dirty="0">
                <a:solidFill>
                  <a:schemeClr val="dk1"/>
                </a:solidFill>
              </a:rPr>
              <a:t> 103이면, </a:t>
            </a:r>
            <a:r>
              <a:rPr lang="en-US" sz="1200" dirty="0" err="1">
                <a:solidFill>
                  <a:schemeClr val="dk1"/>
                </a:solidFill>
              </a:rPr>
              <a:t>앞에</a:t>
            </a:r>
            <a:r>
              <a:rPr lang="en-US" sz="1200" dirty="0">
                <a:solidFill>
                  <a:schemeClr val="dk1"/>
                </a:solidFill>
              </a:rPr>
              <a:t> </a:t>
            </a:r>
            <a:r>
              <a:rPr lang="en-US" sz="1200" dirty="0" err="1">
                <a:solidFill>
                  <a:schemeClr val="dk1"/>
                </a:solidFill>
              </a:rPr>
              <a:t>있는</a:t>
            </a:r>
            <a:r>
              <a:rPr lang="en-US" sz="1200" dirty="0">
                <a:solidFill>
                  <a:schemeClr val="dk1"/>
                </a:solidFill>
              </a:rPr>
              <a:t> 101번과 102번 </a:t>
            </a:r>
            <a:r>
              <a:rPr lang="en-US" sz="1200" dirty="0" err="1">
                <a:solidFill>
                  <a:schemeClr val="dk1"/>
                </a:solidFill>
              </a:rPr>
              <a:t>사이를</a:t>
            </a:r>
            <a:r>
              <a:rPr lang="en-US" sz="1200" dirty="0">
                <a:solidFill>
                  <a:schemeClr val="dk1"/>
                </a:solidFill>
              </a:rPr>
              <a:t> </a:t>
            </a:r>
            <a:r>
              <a:rPr lang="en-US" sz="1200" dirty="0" err="1">
                <a:solidFill>
                  <a:schemeClr val="dk1"/>
                </a:solidFill>
              </a:rPr>
              <a:t>세어</a:t>
            </a:r>
            <a:r>
              <a:rPr lang="en-US" sz="1200" dirty="0">
                <a:solidFill>
                  <a:schemeClr val="dk1"/>
                </a:solidFill>
              </a:rPr>
              <a:t> 두 </a:t>
            </a:r>
            <a:r>
              <a:rPr lang="en-US" sz="1200" dirty="0" err="1">
                <a:solidFill>
                  <a:schemeClr val="dk1"/>
                </a:solidFill>
              </a:rPr>
              <a:t>명이</a:t>
            </a:r>
            <a:r>
              <a:rPr lang="en-US" sz="1200" dirty="0">
                <a:solidFill>
                  <a:schemeClr val="dk1"/>
                </a:solidFill>
              </a:rPr>
              <a:t> </a:t>
            </a:r>
            <a:r>
              <a:rPr lang="en-US" sz="1200" dirty="0" err="1">
                <a:solidFill>
                  <a:schemeClr val="dk1"/>
                </a:solidFill>
              </a:rPr>
              <a:t>기다리고</a:t>
            </a:r>
            <a:r>
              <a:rPr lang="en-US" sz="1200" dirty="0">
                <a:solidFill>
                  <a:schemeClr val="dk1"/>
                </a:solidFill>
              </a:rPr>
              <a:t> </a:t>
            </a:r>
            <a:r>
              <a:rPr lang="en-US" sz="1200" dirty="0" err="1">
                <a:solidFill>
                  <a:schemeClr val="dk1"/>
                </a:solidFill>
              </a:rPr>
              <a:t>있다고</a:t>
            </a:r>
            <a:r>
              <a:rPr lang="en-US" sz="1200" dirty="0">
                <a:solidFill>
                  <a:schemeClr val="dk1"/>
                </a:solidFill>
              </a:rPr>
              <a:t> </a:t>
            </a:r>
            <a:r>
              <a:rPr lang="en-US" sz="1200" dirty="0" err="1">
                <a:solidFill>
                  <a:schemeClr val="dk1"/>
                </a:solidFill>
              </a:rPr>
              <a:t>알려줍니다</a:t>
            </a:r>
            <a:r>
              <a:rPr lang="en-US" sz="1200" dirty="0">
                <a:solidFill>
                  <a:schemeClr val="dk1"/>
                </a:solidFill>
              </a:rPr>
              <a:t>. </a:t>
            </a:r>
            <a:r>
              <a:rPr lang="en-US" sz="1200" dirty="0" err="1">
                <a:solidFill>
                  <a:schemeClr val="dk1"/>
                </a:solidFill>
              </a:rPr>
              <a:t>이렇게</a:t>
            </a:r>
            <a:r>
              <a:rPr lang="en-US" sz="1200" dirty="0">
                <a:solidFill>
                  <a:schemeClr val="dk1"/>
                </a:solidFill>
              </a:rPr>
              <a:t> </a:t>
            </a:r>
            <a:r>
              <a:rPr lang="en-US" sz="1200" dirty="0" err="1">
                <a:solidFill>
                  <a:schemeClr val="dk1"/>
                </a:solidFill>
              </a:rPr>
              <a:t>반복</a:t>
            </a:r>
            <a:r>
              <a:rPr lang="en-US" sz="1200" dirty="0">
                <a:solidFill>
                  <a:schemeClr val="dk1"/>
                </a:solidFill>
              </a:rPr>
              <a:t> </a:t>
            </a:r>
            <a:r>
              <a:rPr lang="en-US" sz="1200" dirty="0" err="1">
                <a:solidFill>
                  <a:schemeClr val="dk1"/>
                </a:solidFill>
              </a:rPr>
              <a:t>계산을</a:t>
            </a:r>
            <a:r>
              <a:rPr lang="en-US" sz="1200" dirty="0">
                <a:solidFill>
                  <a:schemeClr val="dk1"/>
                </a:solidFill>
              </a:rPr>
              <a:t> </a:t>
            </a:r>
            <a:r>
              <a:rPr lang="en-US" sz="1200" dirty="0" err="1">
                <a:solidFill>
                  <a:schemeClr val="dk1"/>
                </a:solidFill>
              </a:rPr>
              <a:t>Redis에서</a:t>
            </a:r>
            <a:r>
              <a:rPr lang="en-US" sz="1200" dirty="0">
                <a:solidFill>
                  <a:schemeClr val="dk1"/>
                </a:solidFill>
              </a:rPr>
              <a:t> </a:t>
            </a:r>
            <a:r>
              <a:rPr lang="en-US" sz="1200" dirty="0" err="1">
                <a:solidFill>
                  <a:schemeClr val="dk1"/>
                </a:solidFill>
              </a:rPr>
              <a:t>처리해</a:t>
            </a:r>
            <a:r>
              <a:rPr lang="en-US" sz="1200" dirty="0">
                <a:solidFill>
                  <a:schemeClr val="dk1"/>
                </a:solidFill>
              </a:rPr>
              <a:t> </a:t>
            </a:r>
            <a:r>
              <a:rPr lang="en-US" sz="1200" dirty="0" err="1">
                <a:solidFill>
                  <a:schemeClr val="dk1"/>
                </a:solidFill>
              </a:rPr>
              <a:t>DB의</a:t>
            </a:r>
            <a:r>
              <a:rPr lang="en-US" sz="1200" dirty="0">
                <a:solidFill>
                  <a:schemeClr val="dk1"/>
                </a:solidFill>
              </a:rPr>
              <a:t> </a:t>
            </a:r>
            <a:r>
              <a:rPr lang="en-US" sz="1200" dirty="0" err="1">
                <a:solidFill>
                  <a:schemeClr val="dk1"/>
                </a:solidFill>
              </a:rPr>
              <a:t>조회</a:t>
            </a:r>
            <a:r>
              <a:rPr lang="en-US" sz="1200" dirty="0">
                <a:solidFill>
                  <a:schemeClr val="dk1"/>
                </a:solidFill>
              </a:rPr>
              <a:t> </a:t>
            </a:r>
            <a:r>
              <a:rPr lang="en-US" sz="1200" dirty="0" err="1">
                <a:solidFill>
                  <a:schemeClr val="dk1"/>
                </a:solidFill>
              </a:rPr>
              <a:t>부담을</a:t>
            </a:r>
            <a:r>
              <a:rPr lang="en-US" sz="1200" dirty="0">
                <a:solidFill>
                  <a:schemeClr val="dk1"/>
                </a:solidFill>
              </a:rPr>
              <a:t> </a:t>
            </a:r>
            <a:r>
              <a:rPr lang="en-US" sz="1200" dirty="0" err="1">
                <a:solidFill>
                  <a:schemeClr val="dk1"/>
                </a:solidFill>
              </a:rPr>
              <a:t>줄였습니다</a:t>
            </a:r>
            <a:r>
              <a:rPr lang="en-US" sz="1200" dirty="0">
                <a:solidFill>
                  <a:schemeClr val="dk1"/>
                </a:solidFill>
              </a:rPr>
              <a:t>.</a:t>
            </a:r>
            <a:endParaRPr sz="1200"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h6339a2072acfb8b2_9_0:notes"/>
          <p:cNvSpPr>
            <a:spLocks noGrp="1" noRot="1" noChangeAspect="1"/>
          </p:cNvSpPr>
          <p:nvPr>
            <p:ph type="sldImg" idx="2"/>
          </p:nvPr>
        </p:nvSpPr>
        <p:spPr>
          <a:xfrm>
            <a:off x="1143225" y="914400"/>
            <a:ext cx="4572300" cy="4572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h6339a2072acfb8b2_9_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다음은 QR 티켓을 확인하고 사용하는 과정입니다.</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예매가 완료되면 티켓마다 서로 다른 QR 코드가 발급됩니다. 예를 들어 102번 티켓의 QR을 휴대폰으로 스캔하면 티켓 확인 화면으로 이동합니다.</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주소를 보면 </a:t>
            </a:r>
            <a:r>
              <a:rPr lang="en-US">
                <a:solidFill>
                  <a:srgbClr val="188038"/>
                </a:solidFill>
                <a:latin typeface="Roboto Mono"/>
                <a:ea typeface="Roboto Mono"/>
                <a:cs typeface="Roboto Mono"/>
                <a:sym typeface="Roboto Mono"/>
              </a:rPr>
              <a:t>#</a:t>
            </a:r>
            <a:r>
              <a:rPr lang="en-US">
                <a:solidFill>
                  <a:schemeClr val="dk1"/>
                </a:solidFill>
              </a:rPr>
              <a:t> 앞부분은 웹사이트 주소이고, 뒷부분은 어떤 티켓을 보여줄지 나타냅니다.</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해시 라우팅을 적용한 이유는 QR로 직접 접속하거나 새로고침했을 때 발생하는 404 오류를 방지하기 위해서입니다. 브라우저가 먼저 웹사이트를 불러오고, 이후 React가 </a:t>
            </a:r>
            <a:r>
              <a:rPr lang="en-US">
                <a:solidFill>
                  <a:srgbClr val="188038"/>
                </a:solidFill>
                <a:latin typeface="Roboto Mono"/>
                <a:ea typeface="Roboto Mono"/>
                <a:cs typeface="Roboto Mono"/>
                <a:sym typeface="Roboto Mono"/>
              </a:rPr>
              <a:t>#</a:t>
            </a:r>
            <a:r>
              <a:rPr lang="en-US">
                <a:solidFill>
                  <a:schemeClr val="dk1"/>
                </a:solidFill>
              </a:rPr>
              <a:t> 뒤의 경로를 확인해 해당 티켓을 보여줍니다.</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이후 백엔드에서 티켓 상태를 확인하고, 사용 가능한 티켓이면 사용 완료 처리합니다. 이미 사용된 티켓이라면 다시 사용할 수 없다는 결과를 보여줍니다.</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h233b40ff36ec08cf_3_63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5" name="Google Shape;595;h233b40ff36ec08cf_3_63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대기순번은 Redis에서 계산하고, 좌석도와 시간표는 캐시로 재사용해 반복 DB 조회를 줄였습니다.</a:t>
            </a:r>
            <a:endParaRPr/>
          </a:p>
          <a:p>
            <a:pPr marL="0" marR="0" lvl="0" indent="0" algn="l" rtl="0">
              <a:spcBef>
                <a:spcPts val="0"/>
              </a:spcBef>
              <a:spcAft>
                <a:spcPts val="0"/>
              </a:spcAft>
              <a:buNone/>
            </a:pPr>
            <a:r>
              <a:rPr lang="en-US"/>
              <a:t>그 결과 요청당 대기순번 결과 행은 97.7%, 좌석도 SQL은 95%, 시간표 재고 결과 행은 95.1% 줄었습니다.</a:t>
            </a:r>
            <a:endParaRPr/>
          </a:p>
        </p:txBody>
      </p:sp>
      <p:sp>
        <p:nvSpPr>
          <p:cNvPr id="596" name="Google Shape;596;h233b40ff36ec08cf_3_63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19</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h233b40ff36ec08cf_3_66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4" name="Google Shape;644;h233b40ff36ec08cf_3_66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조회 잠금을 제거하고 변경 작업의 잠금 범위와 순서를 정리했으며, 후속 배정은 Outbox로 분리했습니다.</a:t>
            </a:r>
            <a:endParaRPr/>
          </a:p>
          <a:p>
            <a:pPr marL="0" marR="0" lvl="0" indent="0" algn="l" rtl="0">
              <a:spcBef>
                <a:spcPts val="0"/>
              </a:spcBef>
              <a:spcAft>
                <a:spcPts val="0"/>
              </a:spcAft>
              <a:buNone/>
            </a:pPr>
            <a:r>
              <a:rPr lang="en-US"/>
              <a:t>그 결과 서로 다른 회차의 동시 흐름 4건에서 성공이 1건에서 4건으로 늘었습니다.</a:t>
            </a:r>
            <a:endParaRPr/>
          </a:p>
          <a:p>
            <a:pPr marL="0" marR="0" lvl="0" indent="0" algn="l" rtl="0">
              <a:spcBef>
                <a:spcPts val="0"/>
              </a:spcBef>
              <a:spcAft>
                <a:spcPts val="0"/>
              </a:spcAft>
              <a:buNone/>
            </a:pPr>
            <a:r>
              <a:rPr lang="en-US"/>
              <a:t>기존에는 순번 조회에도 쓰기 잠금을 걸어 조회 중 데드락이 발생했는데, 개선 후 이번 실험에서는 데드락 로그가 3건에서 0건으로 줄었습니다. 중복 선점은 전후 모두 없었습니다.</a:t>
            </a:r>
            <a:endParaRPr/>
          </a:p>
        </p:txBody>
      </p:sp>
      <p:sp>
        <p:nvSpPr>
          <p:cNvPr id="645" name="Google Shape;645;h233b40ff36ec08cf_3_66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20</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h17508b23bae5013b_4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9" name="Google Shape;679;h17508b23bae5013b_4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회원가입부터 스마트 예매, 취소표 대기 알림, QR 티켓까지 실제 서비스 흐름입니다.</a:t>
            </a:r>
            <a:endParaRPr/>
          </a:p>
        </p:txBody>
      </p:sp>
      <p:sp>
        <p:nvSpPr>
          <p:cNvPr id="680" name="Google Shape;680;h17508b23bae5013b_4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21</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h233b40ff36ec08cf_3_7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0" name="Google Shape;690;h233b40ff36ec08cf_3_7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React와 Spring Boot를 연동해 인증부터 예매, 알림과 티켓까지 구현했습니다. MySQL은 최종 상태와 트랜잭션을, Redis는 캐시와 대기순번을 맡겨 조회 비용과 동시성을 개선했습니다. GitHub Actions와 Docker로 테스트부터 AWS 배포까지 자동화했습니다.</a:t>
            </a:r>
            <a:endParaRPr/>
          </a:p>
        </p:txBody>
      </p:sp>
      <p:sp>
        <p:nvSpPr>
          <p:cNvPr id="691" name="Google Shape;691;h233b40ff36ec08cf_3_7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22</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h233b40ff36ec08cf_3_74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2" name="Google Shape;712;h233b40ff36ec08cf_3_74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화면과 서버를 연결하면서 API 규약과 인증 흐름, 데이터 관계와 상태를 함께 설계해야 한다는 점을 배웠습니다. 동시 요청과 비동기 작업에서는 정합성과 실패 처리가 중요했습니다. 성능은 같은 조건에서 측정하고, 자동 테스트와 배포 환경 검증까지 이어가야 한다는 점을 배웠습니다.</a:t>
            </a:r>
            <a:endParaRPr/>
          </a:p>
        </p:txBody>
      </p:sp>
      <p:sp>
        <p:nvSpPr>
          <p:cNvPr id="713" name="Google Shape;713;h233b40ff36ec08cf_3_74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23</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h233b40ff36ec08cf_3_78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0" name="Google Shape;740;h233b40ff36ec08cf_3_78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Malgun Gothic"/>
                <a:ea typeface="Malgun Gothic"/>
                <a:cs typeface="Malgun Gothic"/>
                <a:sym typeface="Malgun Gothic"/>
              </a:rPr>
              <a:t>들어주셔서 감사합니다. 질문 받겠습니다.</a:t>
            </a:r>
            <a:endParaRPr/>
          </a:p>
        </p:txBody>
      </p:sp>
      <p:sp>
        <p:nvSpPr>
          <p:cNvPr id="741" name="Google Shape;741;h233b40ff36ec08cf_3_78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Malgun Gothic"/>
                <a:ea typeface="Malgun Gothic"/>
                <a:cs typeface="Malgun Gothic"/>
                <a:sym typeface="Malgun Gothic"/>
              </a:rPr>
              <a:t>24</a:t>
            </a:fld>
            <a:endParaRPr sz="1800">
              <a:solidFill>
                <a:schemeClr val="dk1"/>
              </a:solidFill>
              <a:latin typeface="Malgun Gothic"/>
              <a:ea typeface="Malgun Gothic"/>
              <a:cs typeface="Malgun Gothic"/>
              <a:sym typeface="Malgun Gothic"/>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p:cSld name="Title and body">
    <p:bg>
      <p:bgPr>
        <a:solidFill>
          <a:srgbClr val="0F0F1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812800" y="1150621"/>
            <a:ext cx="5749806" cy="46736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rgbClr val="F5F5F7"/>
              </a:buClr>
              <a:buSzPts val="3200"/>
              <a:buFont typeface="Noto Sans KR"/>
              <a:buNone/>
              <a:defRPr sz="3200">
                <a:solidFill>
                  <a:srgbClr val="F5F5F7"/>
                </a:solidFill>
                <a:latin typeface="Noto Sans KR"/>
                <a:ea typeface="Noto Sans KR"/>
                <a:cs typeface="Noto Sans KR"/>
                <a:sym typeface="Noto Sans K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 name="Google Shape;10;p2"/>
          <p:cNvSpPr txBox="1">
            <a:spLocks noGrp="1"/>
          </p:cNvSpPr>
          <p:nvPr>
            <p:ph type="body" idx="1"/>
          </p:nvPr>
        </p:nvSpPr>
        <p:spPr>
          <a:xfrm>
            <a:off x="812800" y="1922781"/>
            <a:ext cx="10566400" cy="4122419"/>
          </a:xfrm>
          <a:prstGeom prst="rect">
            <a:avLst/>
          </a:prstGeom>
          <a:noFill/>
          <a:ln>
            <a:noFill/>
          </a:ln>
        </p:spPr>
        <p:txBody>
          <a:bodyPr spcFirstLastPara="1" wrap="square" lIns="0" tIns="0" rIns="0" bIns="0" anchor="t" anchorCtr="0">
            <a:noAutofit/>
          </a:bodyPr>
          <a:lstStyle>
            <a:lvl1pPr marL="457200" lvl="0" indent="-228600" algn="l">
              <a:lnSpc>
                <a:spcPct val="140000"/>
              </a:lnSpc>
              <a:spcBef>
                <a:spcPts val="320"/>
              </a:spcBef>
              <a:spcAft>
                <a:spcPts val="0"/>
              </a:spcAft>
              <a:buClr>
                <a:srgbClr val="F5F5F7"/>
              </a:buClr>
              <a:buSzPts val="1600"/>
              <a:buNone/>
              <a:defRPr sz="1600">
                <a:solidFill>
                  <a:srgbClr val="F5F5F7"/>
                </a:solidFill>
                <a:latin typeface="Noto Sans KR"/>
                <a:ea typeface="Noto Sans KR"/>
                <a:cs typeface="Noto Sans KR"/>
                <a:sym typeface="Noto Sans K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dk1"/>
        </a:solidFill>
        <a:effectLst/>
      </p:bgPr>
    </p:bg>
    <p:spTree>
      <p:nvGrpSpPr>
        <p:cNvPr id="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bg>
      <p:bgPr>
        <a:solidFill>
          <a:srgbClr val="0F0F11"/>
        </a:solidFill>
        <a:effectLst/>
      </p:bgPr>
    </p:bg>
    <p:spTree>
      <p:nvGrpSpPr>
        <p:cNvPr id="1" name="Shape 15"/>
        <p:cNvGrpSpPr/>
        <p:nvPr/>
      </p:nvGrpSpPr>
      <p:grpSpPr>
        <a:xfrm>
          <a:off x="0" y="0"/>
          <a:ext cx="0" cy="0"/>
          <a:chOff x="0" y="0"/>
          <a:chExt cx="0" cy="0"/>
        </a:xfrm>
      </p:grpSpPr>
      <p:sp>
        <p:nvSpPr>
          <p:cNvPr id="16" name="Google Shape;16;p5"/>
          <p:cNvSpPr txBox="1">
            <a:spLocks noGrp="1"/>
          </p:cNvSpPr>
          <p:nvPr>
            <p:ph type="title"/>
          </p:nvPr>
        </p:nvSpPr>
        <p:spPr>
          <a:xfrm>
            <a:off x="812800" y="1150627"/>
            <a:ext cx="5749806" cy="46736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rgbClr val="F5F5F7"/>
              </a:buClr>
              <a:buSzPts val="3200"/>
              <a:buFont typeface="Noto Sans KR"/>
              <a:buNone/>
              <a:defRPr sz="3200">
                <a:solidFill>
                  <a:srgbClr val="F5F5F7"/>
                </a:solidFill>
                <a:latin typeface="Noto Sans KR"/>
                <a:ea typeface="Noto Sans KR"/>
                <a:cs typeface="Noto Sans KR"/>
                <a:sym typeface="Noto Sans K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
          <p:cNvSpPr txBox="1">
            <a:spLocks noGrp="1"/>
          </p:cNvSpPr>
          <p:nvPr>
            <p:ph type="body" idx="1"/>
          </p:nvPr>
        </p:nvSpPr>
        <p:spPr>
          <a:xfrm>
            <a:off x="812800" y="1922787"/>
            <a:ext cx="10566400" cy="4122413"/>
          </a:xfrm>
          <a:prstGeom prst="rect">
            <a:avLst/>
          </a:prstGeom>
          <a:noFill/>
          <a:ln>
            <a:noFill/>
          </a:ln>
        </p:spPr>
        <p:txBody>
          <a:bodyPr spcFirstLastPara="1" wrap="square" lIns="0" tIns="0" rIns="0" bIns="0" anchor="t" anchorCtr="0">
            <a:noAutofit/>
          </a:bodyPr>
          <a:lstStyle>
            <a:lvl1pPr marL="457200" lvl="0" indent="-228600" algn="l">
              <a:lnSpc>
                <a:spcPct val="140000"/>
              </a:lnSpc>
              <a:spcBef>
                <a:spcPts val="320"/>
              </a:spcBef>
              <a:spcAft>
                <a:spcPts val="0"/>
              </a:spcAft>
              <a:buClr>
                <a:srgbClr val="F5F5F7"/>
              </a:buClr>
              <a:buSzPts val="1600"/>
              <a:buNone/>
              <a:defRPr sz="1600">
                <a:solidFill>
                  <a:srgbClr val="F5F5F7"/>
                </a:solidFill>
                <a:latin typeface="Noto Sans KR"/>
                <a:ea typeface="Noto Sans KR"/>
                <a:cs typeface="Noto Sans KR"/>
                <a:sym typeface="Noto Sans K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dk1"/>
        </a:solidFill>
        <a:effectLst/>
      </p:bgPr>
    </p:bg>
    <p:spTree>
      <p:nvGrpSpPr>
        <p:cNvPr id="1"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0F1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1150621"/>
            <a:ext cx="5749806" cy="467360"/>
          </a:xfrm>
          <a:prstGeom prst="rect">
            <a:avLst/>
          </a:prstGeom>
          <a:noFill/>
          <a:ln>
            <a:noFill/>
          </a:ln>
        </p:spPr>
        <p:txBody>
          <a:bodyPr spcFirstLastPara="1" wrap="square" lIns="0" tIns="0" rIns="0" bIns="0" anchor="t" anchorCtr="0">
            <a:noAutofit/>
          </a:bodyPr>
          <a:lstStyle>
            <a:lvl1pPr marR="0" lvl="0" algn="l" rtl="0">
              <a:lnSpc>
                <a:spcPct val="115000"/>
              </a:lnSpc>
              <a:spcBef>
                <a:spcPts val="0"/>
              </a:spcBef>
              <a:spcAft>
                <a:spcPts val="0"/>
              </a:spcAft>
              <a:buClr>
                <a:srgbClr val="F5F5F7"/>
              </a:buClr>
              <a:buSzPts val="3200"/>
              <a:buFont typeface="Noto Sans KR"/>
              <a:buNone/>
              <a:defRPr sz="3200" b="0" i="0" u="none" strike="noStrike" cap="none">
                <a:solidFill>
                  <a:srgbClr val="F5F5F7"/>
                </a:solidFill>
                <a:latin typeface="Noto Sans KR"/>
                <a:ea typeface="Noto Sans KR"/>
                <a:cs typeface="Noto Sans KR"/>
                <a:sym typeface="Noto Sans K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922781"/>
            <a:ext cx="10566400" cy="4122419"/>
          </a:xfrm>
          <a:prstGeom prst="rect">
            <a:avLst/>
          </a:prstGeom>
          <a:noFill/>
          <a:ln>
            <a:noFill/>
          </a:ln>
        </p:spPr>
        <p:txBody>
          <a:bodyPr spcFirstLastPara="1" wrap="square" lIns="0" tIns="0" rIns="0" bIns="0" anchor="t" anchorCtr="0">
            <a:noAutofit/>
          </a:bodyPr>
          <a:lstStyle>
            <a:lvl1pPr marL="457200" marR="0" lvl="0" indent="-228600" algn="l" rtl="0">
              <a:lnSpc>
                <a:spcPct val="140000"/>
              </a:lnSpc>
              <a:spcBef>
                <a:spcPts val="320"/>
              </a:spcBef>
              <a:spcAft>
                <a:spcPts val="0"/>
              </a:spcAft>
              <a:buClr>
                <a:srgbClr val="F5F5F7"/>
              </a:buClr>
              <a:buSzPts val="1600"/>
              <a:buFont typeface="Arial"/>
              <a:buNone/>
              <a:defRPr sz="1600" b="0" i="0" u="none" strike="noStrike" cap="none">
                <a:solidFill>
                  <a:srgbClr val="F5F5F7"/>
                </a:solidFill>
                <a:latin typeface="Noto Sans KR"/>
                <a:ea typeface="Noto Sans KR"/>
                <a:cs typeface="Noto Sans KR"/>
                <a:sym typeface="Noto Sans KR"/>
              </a:defRPr>
            </a:lvl1pPr>
            <a:lvl2pPr marL="914400" marR="0" lvl="1" indent="-406400" algn="l" rtl="0">
              <a:spcBef>
                <a:spcPts val="560"/>
              </a:spcBef>
              <a:spcAft>
                <a:spcPts val="0"/>
              </a:spcAft>
              <a:buClr>
                <a:schemeClr val="lt1"/>
              </a:buClr>
              <a:buSzPts val="2800"/>
              <a:buFont typeface="Arial"/>
              <a:buChar char="–"/>
              <a:defRPr sz="2800" b="0" i="0" u="none" strike="noStrike" cap="none">
                <a:solidFill>
                  <a:schemeClr val="lt1"/>
                </a:solidFill>
                <a:latin typeface="Noto Sans KR"/>
                <a:ea typeface="Noto Sans KR"/>
                <a:cs typeface="Noto Sans KR"/>
                <a:sym typeface="Noto Sans KR"/>
              </a:defRPr>
            </a:lvl2pPr>
            <a:lvl3pPr marL="1371600" marR="0" lvl="2" indent="-381000" algn="l" rtl="0">
              <a:spcBef>
                <a:spcPts val="480"/>
              </a:spcBef>
              <a:spcAft>
                <a:spcPts val="0"/>
              </a:spcAft>
              <a:buClr>
                <a:schemeClr val="lt1"/>
              </a:buClr>
              <a:buSzPts val="2400"/>
              <a:buFont typeface="Arial"/>
              <a:buChar char="•"/>
              <a:defRPr sz="2400" b="0" i="0" u="none" strike="noStrike" cap="none">
                <a:solidFill>
                  <a:schemeClr val="lt1"/>
                </a:solidFill>
                <a:latin typeface="Noto Sans KR"/>
                <a:ea typeface="Noto Sans KR"/>
                <a:cs typeface="Noto Sans KR"/>
                <a:sym typeface="Noto Sans KR"/>
              </a:defRPr>
            </a:lvl3pPr>
            <a:lvl4pPr marL="1828800" marR="0" lvl="3" indent="-355600" algn="l" rtl="0">
              <a:spcBef>
                <a:spcPts val="400"/>
              </a:spcBef>
              <a:spcAft>
                <a:spcPts val="0"/>
              </a:spcAft>
              <a:buClr>
                <a:schemeClr val="lt1"/>
              </a:buClr>
              <a:buSzPts val="2000"/>
              <a:buFont typeface="Arial"/>
              <a:buChar char="–"/>
              <a:defRPr sz="2000" b="0" i="0" u="none" strike="noStrike" cap="none">
                <a:solidFill>
                  <a:schemeClr val="lt1"/>
                </a:solidFill>
                <a:latin typeface="Noto Sans KR"/>
                <a:ea typeface="Noto Sans KR"/>
                <a:cs typeface="Noto Sans KR"/>
                <a:sym typeface="Noto Sans KR"/>
              </a:defRPr>
            </a:lvl4pPr>
            <a:lvl5pPr marL="2286000" marR="0" lvl="4" indent="-355600" algn="l" rtl="0">
              <a:spcBef>
                <a:spcPts val="400"/>
              </a:spcBef>
              <a:spcAft>
                <a:spcPts val="0"/>
              </a:spcAft>
              <a:buClr>
                <a:schemeClr val="lt1"/>
              </a:buClr>
              <a:buSzPts val="2000"/>
              <a:buFont typeface="Arial"/>
              <a:buChar char="»"/>
              <a:defRPr sz="2000" b="0" i="0" u="none" strike="noStrike" cap="none">
                <a:solidFill>
                  <a:schemeClr val="lt1"/>
                </a:solidFill>
                <a:latin typeface="Noto Sans KR"/>
                <a:ea typeface="Noto Sans KR"/>
                <a:cs typeface="Noto Sans KR"/>
                <a:sym typeface="Noto Sans KR"/>
              </a:defRPr>
            </a:lvl5pPr>
            <a:lvl6pPr marL="2743200" marR="0" lvl="5" indent="-355600" algn="l" rtl="0">
              <a:spcBef>
                <a:spcPts val="400"/>
              </a:spcBef>
              <a:spcAft>
                <a:spcPts val="0"/>
              </a:spcAft>
              <a:buClr>
                <a:schemeClr val="lt1"/>
              </a:buClr>
              <a:buSzPts val="2000"/>
              <a:buFont typeface="Arial"/>
              <a:buChar char="•"/>
              <a:defRPr sz="2000" b="0" i="0" u="none" strike="noStrike" cap="none">
                <a:solidFill>
                  <a:schemeClr val="lt1"/>
                </a:solidFill>
                <a:latin typeface="Noto Sans KR"/>
                <a:ea typeface="Noto Sans KR"/>
                <a:cs typeface="Noto Sans KR"/>
                <a:sym typeface="Noto Sans KR"/>
              </a:defRPr>
            </a:lvl6pPr>
            <a:lvl7pPr marL="3200400" marR="0" lvl="6" indent="-355600" algn="l" rtl="0">
              <a:spcBef>
                <a:spcPts val="400"/>
              </a:spcBef>
              <a:spcAft>
                <a:spcPts val="0"/>
              </a:spcAft>
              <a:buClr>
                <a:schemeClr val="lt1"/>
              </a:buClr>
              <a:buSzPts val="2000"/>
              <a:buFont typeface="Arial"/>
              <a:buChar char="•"/>
              <a:defRPr sz="2000" b="0" i="0" u="none" strike="noStrike" cap="none">
                <a:solidFill>
                  <a:schemeClr val="lt1"/>
                </a:solidFill>
                <a:latin typeface="Noto Sans KR"/>
                <a:ea typeface="Noto Sans KR"/>
                <a:cs typeface="Noto Sans KR"/>
                <a:sym typeface="Noto Sans KR"/>
              </a:defRPr>
            </a:lvl7pPr>
            <a:lvl8pPr marL="3657600" marR="0" lvl="7" indent="-355600" algn="l" rtl="0">
              <a:spcBef>
                <a:spcPts val="400"/>
              </a:spcBef>
              <a:spcAft>
                <a:spcPts val="0"/>
              </a:spcAft>
              <a:buClr>
                <a:schemeClr val="lt1"/>
              </a:buClr>
              <a:buSzPts val="2000"/>
              <a:buFont typeface="Arial"/>
              <a:buChar char="•"/>
              <a:defRPr sz="2000" b="0" i="0" u="none" strike="noStrike" cap="none">
                <a:solidFill>
                  <a:schemeClr val="lt1"/>
                </a:solidFill>
                <a:latin typeface="Noto Sans KR"/>
                <a:ea typeface="Noto Sans KR"/>
                <a:cs typeface="Noto Sans KR"/>
                <a:sym typeface="Noto Sans KR"/>
              </a:defRPr>
            </a:lvl8pPr>
            <a:lvl9pPr marL="4114800" marR="0" lvl="8" indent="-355600" algn="l" rtl="0">
              <a:spcBef>
                <a:spcPts val="400"/>
              </a:spcBef>
              <a:spcAft>
                <a:spcPts val="0"/>
              </a:spcAft>
              <a:buClr>
                <a:schemeClr val="lt1"/>
              </a:buClr>
              <a:buSzPts val="2000"/>
              <a:buFont typeface="Arial"/>
              <a:buChar char="•"/>
              <a:defRPr sz="2000" b="0" i="0" u="none" strike="noStrike" cap="none">
                <a:solidFill>
                  <a:schemeClr val="lt1"/>
                </a:solidFill>
                <a:latin typeface="Noto Sans KR"/>
                <a:ea typeface="Noto Sans KR"/>
                <a:cs typeface="Noto Sans KR"/>
                <a:sym typeface="Noto Sans K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F0F11"/>
        </a:solidFill>
        <a:effectLst/>
      </p:bgPr>
    </p:bg>
    <p:spTree>
      <p:nvGrpSpPr>
        <p:cNvPr id="1" name="Shape 12"/>
        <p:cNvGrpSpPr/>
        <p:nvPr/>
      </p:nvGrpSpPr>
      <p:grpSpPr>
        <a:xfrm>
          <a:off x="0" y="0"/>
          <a:ext cx="0" cy="0"/>
          <a:chOff x="0" y="0"/>
          <a:chExt cx="0" cy="0"/>
        </a:xfrm>
      </p:grpSpPr>
      <p:sp>
        <p:nvSpPr>
          <p:cNvPr id="13" name="Google Shape;13;p4"/>
          <p:cNvSpPr txBox="1">
            <a:spLocks noGrp="1"/>
          </p:cNvSpPr>
          <p:nvPr>
            <p:ph type="title"/>
          </p:nvPr>
        </p:nvSpPr>
        <p:spPr>
          <a:xfrm>
            <a:off x="812800" y="1150627"/>
            <a:ext cx="5749806" cy="467360"/>
          </a:xfrm>
          <a:prstGeom prst="rect">
            <a:avLst/>
          </a:prstGeom>
          <a:noFill/>
          <a:ln>
            <a:noFill/>
          </a:ln>
        </p:spPr>
        <p:txBody>
          <a:bodyPr spcFirstLastPara="1" wrap="square" lIns="0" tIns="0" rIns="0" bIns="0" anchor="t" anchorCtr="0">
            <a:noAutofit/>
          </a:bodyPr>
          <a:lstStyle>
            <a:lvl1pPr marR="0" lvl="0" algn="l" rtl="0">
              <a:lnSpc>
                <a:spcPct val="115000"/>
              </a:lnSpc>
              <a:spcBef>
                <a:spcPts val="0"/>
              </a:spcBef>
              <a:spcAft>
                <a:spcPts val="0"/>
              </a:spcAft>
              <a:buClr>
                <a:srgbClr val="F5F5F7"/>
              </a:buClr>
              <a:buSzPts val="3200"/>
              <a:buFont typeface="Noto Sans KR"/>
              <a:buNone/>
              <a:defRPr sz="3200" b="0" i="0" u="none" strike="noStrike" cap="none">
                <a:solidFill>
                  <a:srgbClr val="F5F5F7"/>
                </a:solidFill>
                <a:latin typeface="Noto Sans KR"/>
                <a:ea typeface="Noto Sans KR"/>
                <a:cs typeface="Noto Sans KR"/>
                <a:sym typeface="Noto Sans K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4"/>
          <p:cNvSpPr txBox="1">
            <a:spLocks noGrp="1"/>
          </p:cNvSpPr>
          <p:nvPr>
            <p:ph type="body" idx="1"/>
          </p:nvPr>
        </p:nvSpPr>
        <p:spPr>
          <a:xfrm>
            <a:off x="812800" y="1922787"/>
            <a:ext cx="10566400" cy="4122413"/>
          </a:xfrm>
          <a:prstGeom prst="rect">
            <a:avLst/>
          </a:prstGeom>
          <a:noFill/>
          <a:ln>
            <a:noFill/>
          </a:ln>
        </p:spPr>
        <p:txBody>
          <a:bodyPr spcFirstLastPara="1" wrap="square" lIns="0" tIns="0" rIns="0" bIns="0" anchor="t" anchorCtr="0">
            <a:noAutofit/>
          </a:bodyPr>
          <a:lstStyle>
            <a:lvl1pPr marL="457200" marR="0" lvl="0" indent="-228600" algn="l" rtl="0">
              <a:lnSpc>
                <a:spcPct val="140000"/>
              </a:lnSpc>
              <a:spcBef>
                <a:spcPts val="320"/>
              </a:spcBef>
              <a:spcAft>
                <a:spcPts val="0"/>
              </a:spcAft>
              <a:buClr>
                <a:srgbClr val="F5F5F7"/>
              </a:buClr>
              <a:buSzPts val="1600"/>
              <a:buFont typeface="Arial"/>
              <a:buNone/>
              <a:defRPr sz="1600" b="0" i="0" u="none" strike="noStrike" cap="none">
                <a:solidFill>
                  <a:srgbClr val="F5F5F7"/>
                </a:solidFill>
                <a:latin typeface="Noto Sans KR"/>
                <a:ea typeface="Noto Sans KR"/>
                <a:cs typeface="Noto Sans KR"/>
                <a:sym typeface="Noto Sans KR"/>
              </a:defRPr>
            </a:lvl1pPr>
            <a:lvl2pPr marL="914400" marR="0" lvl="1" indent="-406400" algn="l" rtl="0">
              <a:spcBef>
                <a:spcPts val="560"/>
              </a:spcBef>
              <a:spcAft>
                <a:spcPts val="0"/>
              </a:spcAft>
              <a:buClr>
                <a:schemeClr val="lt1"/>
              </a:buClr>
              <a:buSzPts val="2800"/>
              <a:buFont typeface="Arial"/>
              <a:buChar char="–"/>
              <a:defRPr sz="2800" b="0" i="0" u="none" strike="noStrike" cap="none">
                <a:solidFill>
                  <a:schemeClr val="lt1"/>
                </a:solidFill>
                <a:latin typeface="Noto Sans KR"/>
                <a:ea typeface="Noto Sans KR"/>
                <a:cs typeface="Noto Sans KR"/>
                <a:sym typeface="Noto Sans KR"/>
              </a:defRPr>
            </a:lvl2pPr>
            <a:lvl3pPr marL="1371600" marR="0" lvl="2" indent="-381000" algn="l" rtl="0">
              <a:spcBef>
                <a:spcPts val="480"/>
              </a:spcBef>
              <a:spcAft>
                <a:spcPts val="0"/>
              </a:spcAft>
              <a:buClr>
                <a:schemeClr val="lt1"/>
              </a:buClr>
              <a:buSzPts val="2400"/>
              <a:buFont typeface="Arial"/>
              <a:buChar char="•"/>
              <a:defRPr sz="2400" b="0" i="0" u="none" strike="noStrike" cap="none">
                <a:solidFill>
                  <a:schemeClr val="lt1"/>
                </a:solidFill>
                <a:latin typeface="Noto Sans KR"/>
                <a:ea typeface="Noto Sans KR"/>
                <a:cs typeface="Noto Sans KR"/>
                <a:sym typeface="Noto Sans KR"/>
              </a:defRPr>
            </a:lvl3pPr>
            <a:lvl4pPr marL="1828800" marR="0" lvl="3" indent="-355600" algn="l" rtl="0">
              <a:spcBef>
                <a:spcPts val="400"/>
              </a:spcBef>
              <a:spcAft>
                <a:spcPts val="0"/>
              </a:spcAft>
              <a:buClr>
                <a:schemeClr val="lt1"/>
              </a:buClr>
              <a:buSzPts val="2000"/>
              <a:buFont typeface="Arial"/>
              <a:buChar char="–"/>
              <a:defRPr sz="2000" b="0" i="0" u="none" strike="noStrike" cap="none">
                <a:solidFill>
                  <a:schemeClr val="lt1"/>
                </a:solidFill>
                <a:latin typeface="Noto Sans KR"/>
                <a:ea typeface="Noto Sans KR"/>
                <a:cs typeface="Noto Sans KR"/>
                <a:sym typeface="Noto Sans KR"/>
              </a:defRPr>
            </a:lvl4pPr>
            <a:lvl5pPr marL="2286000" marR="0" lvl="4" indent="-355600" algn="l" rtl="0">
              <a:spcBef>
                <a:spcPts val="400"/>
              </a:spcBef>
              <a:spcAft>
                <a:spcPts val="0"/>
              </a:spcAft>
              <a:buClr>
                <a:schemeClr val="lt1"/>
              </a:buClr>
              <a:buSzPts val="2000"/>
              <a:buFont typeface="Arial"/>
              <a:buChar char="»"/>
              <a:defRPr sz="2000" b="0" i="0" u="none" strike="noStrike" cap="none">
                <a:solidFill>
                  <a:schemeClr val="lt1"/>
                </a:solidFill>
                <a:latin typeface="Noto Sans KR"/>
                <a:ea typeface="Noto Sans KR"/>
                <a:cs typeface="Noto Sans KR"/>
                <a:sym typeface="Noto Sans KR"/>
              </a:defRPr>
            </a:lvl5pPr>
            <a:lvl6pPr marL="2743200" marR="0" lvl="5" indent="-355600" algn="l" rtl="0">
              <a:spcBef>
                <a:spcPts val="400"/>
              </a:spcBef>
              <a:spcAft>
                <a:spcPts val="0"/>
              </a:spcAft>
              <a:buClr>
                <a:schemeClr val="lt1"/>
              </a:buClr>
              <a:buSzPts val="2000"/>
              <a:buFont typeface="Arial"/>
              <a:buChar char="•"/>
              <a:defRPr sz="2000" b="0" i="0" u="none" strike="noStrike" cap="none">
                <a:solidFill>
                  <a:schemeClr val="lt1"/>
                </a:solidFill>
                <a:latin typeface="Noto Sans KR"/>
                <a:ea typeface="Noto Sans KR"/>
                <a:cs typeface="Noto Sans KR"/>
                <a:sym typeface="Noto Sans KR"/>
              </a:defRPr>
            </a:lvl6pPr>
            <a:lvl7pPr marL="3200400" marR="0" lvl="6" indent="-355600" algn="l" rtl="0">
              <a:spcBef>
                <a:spcPts val="400"/>
              </a:spcBef>
              <a:spcAft>
                <a:spcPts val="0"/>
              </a:spcAft>
              <a:buClr>
                <a:schemeClr val="lt1"/>
              </a:buClr>
              <a:buSzPts val="2000"/>
              <a:buFont typeface="Arial"/>
              <a:buChar char="•"/>
              <a:defRPr sz="2000" b="0" i="0" u="none" strike="noStrike" cap="none">
                <a:solidFill>
                  <a:schemeClr val="lt1"/>
                </a:solidFill>
                <a:latin typeface="Noto Sans KR"/>
                <a:ea typeface="Noto Sans KR"/>
                <a:cs typeface="Noto Sans KR"/>
                <a:sym typeface="Noto Sans KR"/>
              </a:defRPr>
            </a:lvl7pPr>
            <a:lvl8pPr marL="3657600" marR="0" lvl="7" indent="-355600" algn="l" rtl="0">
              <a:spcBef>
                <a:spcPts val="400"/>
              </a:spcBef>
              <a:spcAft>
                <a:spcPts val="0"/>
              </a:spcAft>
              <a:buClr>
                <a:schemeClr val="lt1"/>
              </a:buClr>
              <a:buSzPts val="2000"/>
              <a:buFont typeface="Arial"/>
              <a:buChar char="•"/>
              <a:defRPr sz="2000" b="0" i="0" u="none" strike="noStrike" cap="none">
                <a:solidFill>
                  <a:schemeClr val="lt1"/>
                </a:solidFill>
                <a:latin typeface="Noto Sans KR"/>
                <a:ea typeface="Noto Sans KR"/>
                <a:cs typeface="Noto Sans KR"/>
                <a:sym typeface="Noto Sans KR"/>
              </a:defRPr>
            </a:lvl8pPr>
            <a:lvl9pPr marL="4114800" marR="0" lvl="8" indent="-355600" algn="l" rtl="0">
              <a:spcBef>
                <a:spcPts val="400"/>
              </a:spcBef>
              <a:spcAft>
                <a:spcPts val="0"/>
              </a:spcAft>
              <a:buClr>
                <a:schemeClr val="lt1"/>
              </a:buClr>
              <a:buSzPts val="2000"/>
              <a:buFont typeface="Arial"/>
              <a:buChar char="•"/>
              <a:defRPr sz="2000" b="0" i="0" u="none" strike="noStrike" cap="none">
                <a:solidFill>
                  <a:schemeClr val="lt1"/>
                </a:solidFill>
                <a:latin typeface="Noto Sans KR"/>
                <a:ea typeface="Noto Sans KR"/>
                <a:cs typeface="Noto Sans KR"/>
                <a:sym typeface="Noto Sans KR"/>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6.xml"/><Relationship Id="rId16"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0B"/>
        </a:solidFill>
        <a:effectLst/>
      </p:bgPr>
    </p:bg>
    <p:spTree>
      <p:nvGrpSpPr>
        <p:cNvPr id="1" name="Shape 23"/>
        <p:cNvGrpSpPr/>
        <p:nvPr/>
      </p:nvGrpSpPr>
      <p:grpSpPr>
        <a:xfrm>
          <a:off x="0" y="0"/>
          <a:ext cx="0" cy="0"/>
          <a:chOff x="0" y="0"/>
          <a:chExt cx="0" cy="0"/>
        </a:xfrm>
      </p:grpSpPr>
      <p:sp>
        <p:nvSpPr>
          <p:cNvPr id="24" name="Google Shape;24;p7"/>
          <p:cNvSpPr/>
          <p:nvPr/>
        </p:nvSpPr>
        <p:spPr>
          <a:xfrm>
            <a:off x="0" y="0"/>
            <a:ext cx="12192000" cy="4826000"/>
          </a:xfrm>
          <a:prstGeom prst="rect">
            <a:avLst/>
          </a:prstGeom>
          <a:gradFill>
            <a:gsLst>
              <a:gs pos="0">
                <a:srgbClr val="FFFFFF">
                  <a:alpha val="20000"/>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5" name="Google Shape;25;p7" descr="preencoded.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6" name="Google Shape;26;p7"/>
          <p:cNvSpPr/>
          <p:nvPr/>
        </p:nvSpPr>
        <p:spPr>
          <a:xfrm>
            <a:off x="5064538" y="2215833"/>
            <a:ext cx="2062925" cy="2921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F6C543"/>
              </a:buClr>
              <a:buSzPts val="1500"/>
              <a:buFont typeface="Oswald"/>
              <a:buNone/>
            </a:pPr>
            <a:r>
              <a:rPr lang="en-US" sz="1500" b="1" spc="400">
                <a:solidFill>
                  <a:srgbClr val="F6C543"/>
                </a:solidFill>
                <a:latin typeface="Oswald"/>
                <a:ea typeface="Oswald"/>
                <a:cs typeface="Oswald"/>
                <a:sym typeface="Oswald"/>
              </a:rPr>
              <a:t>TEAM PROJECT</a:t>
            </a:r>
            <a:endParaRPr sz="1500">
              <a:solidFill>
                <a:schemeClr val="lt1"/>
              </a:solidFill>
              <a:latin typeface="Noto Sans KR"/>
              <a:ea typeface="Noto Sans KR"/>
              <a:cs typeface="Noto Sans KR"/>
              <a:sym typeface="Noto Sans KR"/>
            </a:endParaRPr>
          </a:p>
        </p:txBody>
      </p:sp>
      <p:sp>
        <p:nvSpPr>
          <p:cNvPr id="27" name="Google Shape;27;p7"/>
          <p:cNvSpPr txBox="1">
            <a:spLocks noGrp="1"/>
          </p:cNvSpPr>
          <p:nvPr>
            <p:ph type="title"/>
          </p:nvPr>
        </p:nvSpPr>
        <p:spPr>
          <a:xfrm>
            <a:off x="1984820" y="2660333"/>
            <a:ext cx="8222361" cy="1025525"/>
          </a:xfrm>
          <a:prstGeom prst="rect">
            <a:avLst/>
          </a:prstGeom>
          <a:noFill/>
          <a:ln>
            <a:noFill/>
          </a:ln>
        </p:spPr>
        <p:txBody>
          <a:bodyPr spcFirstLastPara="1" wrap="square" lIns="0" tIns="0" rIns="0" bIns="0" anchor="t" anchorCtr="0">
            <a:normAutofit fontScale="90000"/>
          </a:bodyPr>
          <a:lstStyle/>
          <a:p>
            <a:pPr marL="0" lvl="0" indent="0" algn="ctr" rtl="0">
              <a:lnSpc>
                <a:spcPct val="104999"/>
              </a:lnSpc>
              <a:spcBef>
                <a:spcPts val="0"/>
              </a:spcBef>
              <a:spcAft>
                <a:spcPts val="0"/>
              </a:spcAft>
              <a:buClr>
                <a:srgbClr val="F5F5F7"/>
              </a:buClr>
              <a:buSzPct val="100000"/>
              <a:buFont typeface="Oswald"/>
              <a:buNone/>
            </a:pPr>
            <a:r>
              <a:rPr lang="en-US" sz="7500" b="1" i="0" spc="100">
                <a:solidFill>
                  <a:srgbClr val="F5F5F7"/>
                </a:solidFill>
                <a:latin typeface="Oswald"/>
                <a:ea typeface="Oswald"/>
                <a:cs typeface="Oswald"/>
                <a:sym typeface="Oswald"/>
              </a:rPr>
              <a:t>SMART TICKETING</a:t>
            </a:r>
            <a:endParaRPr sz="7500"/>
          </a:p>
        </p:txBody>
      </p:sp>
      <p:sp>
        <p:nvSpPr>
          <p:cNvPr id="28" name="Google Shape;28;p7"/>
          <p:cNvSpPr/>
          <p:nvPr/>
        </p:nvSpPr>
        <p:spPr>
          <a:xfrm>
            <a:off x="3785902" y="3838258"/>
            <a:ext cx="4620197" cy="402590"/>
          </a:xfrm>
          <a:prstGeom prst="rect">
            <a:avLst/>
          </a:prstGeom>
          <a:noFill/>
          <a:ln>
            <a:noFill/>
          </a:ln>
        </p:spPr>
        <p:txBody>
          <a:bodyPr spcFirstLastPara="1" wrap="square" lIns="0" tIns="0" rIns="0" bIns="0" anchor="t" anchorCtr="0">
            <a:noAutofit/>
          </a:bodyPr>
          <a:lstStyle/>
          <a:p>
            <a:pPr marL="0" marR="0" lvl="0" indent="0" algn="ctr" rtl="0">
              <a:lnSpc>
                <a:spcPct val="135000"/>
              </a:lnSpc>
              <a:spcBef>
                <a:spcPts val="0"/>
              </a:spcBef>
              <a:spcAft>
                <a:spcPts val="0"/>
              </a:spcAft>
              <a:buClr>
                <a:srgbClr val="D6D6DA"/>
              </a:buClr>
              <a:buSzPts val="2200"/>
              <a:buFont typeface="Noto Sans KR"/>
              <a:buNone/>
            </a:pPr>
            <a:r>
              <a:rPr lang="en-US" sz="2200">
                <a:solidFill>
                  <a:srgbClr val="D6D6DA"/>
                </a:solidFill>
                <a:latin typeface="Noto Sans KR"/>
                <a:ea typeface="Noto Sans KR"/>
                <a:cs typeface="Noto Sans KR"/>
                <a:sym typeface="Noto Sans KR"/>
              </a:rPr>
              <a:t>선호 정보 기반 영화 스마트 예매 서비스</a:t>
            </a:r>
            <a:endParaRPr sz="2200">
              <a:solidFill>
                <a:schemeClr val="lt1"/>
              </a:solidFill>
              <a:latin typeface="Noto Sans KR"/>
              <a:ea typeface="Noto Sans KR"/>
              <a:cs typeface="Noto Sans KR"/>
              <a:sym typeface="Noto Sans KR"/>
            </a:endParaRPr>
          </a:p>
        </p:txBody>
      </p:sp>
      <p:sp>
        <p:nvSpPr>
          <p:cNvPr id="29" name="Google Shape;29;p7"/>
          <p:cNvSpPr/>
          <p:nvPr/>
        </p:nvSpPr>
        <p:spPr>
          <a:xfrm>
            <a:off x="4879896" y="4393248"/>
            <a:ext cx="2432209" cy="27432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9C9CA3"/>
              </a:buClr>
              <a:buSzPts val="1400"/>
              <a:buFont typeface="Noto Sans KR"/>
              <a:buNone/>
            </a:pPr>
            <a:r>
              <a:rPr lang="en-US" sz="1400" spc="100">
                <a:solidFill>
                  <a:srgbClr val="9C9CA3"/>
                </a:solidFill>
                <a:latin typeface="Noto Sans KR"/>
                <a:ea typeface="Noto Sans KR"/>
                <a:cs typeface="Noto Sans KR"/>
                <a:sym typeface="Noto Sans KR"/>
              </a:rPr>
              <a:t>주상혁 · 이연화 · 안정현</a:t>
            </a:r>
            <a:endParaRPr sz="1400">
              <a:solidFill>
                <a:schemeClr val="lt1"/>
              </a:solidFill>
              <a:latin typeface="Noto Sans KR"/>
              <a:ea typeface="Noto Sans KR"/>
              <a:cs typeface="Noto Sans KR"/>
              <a:sym typeface="Noto Sans K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F11"/>
        </a:solidFill>
        <a:effectLst/>
      </p:bgPr>
    </p:bg>
    <p:spTree>
      <p:nvGrpSpPr>
        <p:cNvPr id="1" name="Shape 34"/>
        <p:cNvGrpSpPr/>
        <p:nvPr/>
      </p:nvGrpSpPr>
      <p:grpSpPr>
        <a:xfrm>
          <a:off x="0" y="0"/>
          <a:ext cx="0" cy="0"/>
          <a:chOff x="0" y="0"/>
          <a:chExt cx="0" cy="0"/>
        </a:xfrm>
      </p:grpSpPr>
      <p:sp>
        <p:nvSpPr>
          <p:cNvPr id="35" name="Google Shape;35;p8"/>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36" name="Google Shape;36;p8"/>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sz="1400" b="1" spc="200">
                <a:solidFill>
                  <a:srgbClr val="F6C543"/>
                </a:solidFill>
                <a:latin typeface="Oswald"/>
                <a:ea typeface="Oswald"/>
                <a:cs typeface="Oswald"/>
                <a:sym typeface="Oswald"/>
              </a:rPr>
              <a:t>CONTENTS</a:t>
            </a:r>
            <a:endParaRPr sz="1400">
              <a:solidFill>
                <a:schemeClr val="lt1"/>
              </a:solidFill>
              <a:latin typeface="Noto Sans KR"/>
              <a:ea typeface="Noto Sans KR"/>
              <a:cs typeface="Noto Sans KR"/>
              <a:sym typeface="Noto Sans KR"/>
            </a:endParaRPr>
          </a:p>
        </p:txBody>
      </p:sp>
      <p:sp>
        <p:nvSpPr>
          <p:cNvPr id="37" name="Google Shape;37;p8"/>
          <p:cNvSpPr txBox="1">
            <a:spLocks noGrp="1"/>
          </p:cNvSpPr>
          <p:nvPr>
            <p:ph type="title"/>
          </p:nvPr>
        </p:nvSpPr>
        <p:spPr>
          <a:xfrm>
            <a:off x="812800" y="1150620"/>
            <a:ext cx="10883392" cy="49276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F5F5F7"/>
              </a:buClr>
              <a:buSzPts val="3200"/>
              <a:buFont typeface="Noto Sans KR"/>
              <a:buNone/>
            </a:pPr>
            <a:r>
              <a:rPr lang="en-US" sz="3200" b="1" i="0" spc="-50">
                <a:solidFill>
                  <a:srgbClr val="F5F5F7"/>
                </a:solidFill>
                <a:latin typeface="Noto Sans KR"/>
                <a:ea typeface="Noto Sans KR"/>
                <a:cs typeface="Noto Sans KR"/>
                <a:sym typeface="Noto Sans KR"/>
              </a:rPr>
              <a:t>목차</a:t>
            </a:r>
            <a:endParaRPr sz="3200"/>
          </a:p>
        </p:txBody>
      </p:sp>
      <p:cxnSp>
        <p:nvCxnSpPr>
          <p:cNvPr id="38" name="Google Shape;38;p8"/>
          <p:cNvCxnSpPr/>
          <p:nvPr/>
        </p:nvCxnSpPr>
        <p:spPr>
          <a:xfrm>
            <a:off x="812800" y="2740025"/>
            <a:ext cx="5283200" cy="0"/>
          </a:xfrm>
          <a:prstGeom prst="straightConnector1">
            <a:avLst/>
          </a:prstGeom>
          <a:noFill/>
          <a:ln w="9525" cap="flat" cmpd="sng">
            <a:solidFill>
              <a:srgbClr val="2A2A2F"/>
            </a:solidFill>
            <a:prstDash val="solid"/>
            <a:round/>
            <a:headEnd type="none" w="sm" len="sm"/>
            <a:tailEnd type="none" w="sm" len="sm"/>
          </a:ln>
        </p:spPr>
      </p:cxnSp>
      <p:sp>
        <p:nvSpPr>
          <p:cNvPr id="39" name="Google Shape;39;p8"/>
          <p:cNvSpPr/>
          <p:nvPr/>
        </p:nvSpPr>
        <p:spPr>
          <a:xfrm>
            <a:off x="812800" y="2152650"/>
            <a:ext cx="518922" cy="43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6C543"/>
              </a:buClr>
              <a:buSzPts val="3200"/>
              <a:buFont typeface="Noto Sans KR"/>
              <a:buNone/>
            </a:pPr>
            <a:r>
              <a:rPr lang="en-US" sz="3200" b="1">
                <a:solidFill>
                  <a:srgbClr val="F6C543"/>
                </a:solidFill>
                <a:latin typeface="Noto Sans KR"/>
                <a:ea typeface="Noto Sans KR"/>
                <a:cs typeface="Noto Sans KR"/>
                <a:sym typeface="Noto Sans KR"/>
              </a:rPr>
              <a:t>01</a:t>
            </a:r>
            <a:endParaRPr sz="3200">
              <a:solidFill>
                <a:schemeClr val="lt1"/>
              </a:solidFill>
              <a:latin typeface="Noto Sans KR"/>
              <a:ea typeface="Noto Sans KR"/>
              <a:cs typeface="Noto Sans KR"/>
              <a:sym typeface="Noto Sans KR"/>
            </a:endParaRPr>
          </a:p>
        </p:txBody>
      </p:sp>
      <p:sp>
        <p:nvSpPr>
          <p:cNvPr id="40" name="Google Shape;40;p8"/>
          <p:cNvSpPr/>
          <p:nvPr/>
        </p:nvSpPr>
        <p:spPr>
          <a:xfrm>
            <a:off x="1396008" y="2100580"/>
            <a:ext cx="4462624"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700"/>
              <a:buFont typeface="Noto Sans KR"/>
              <a:buNone/>
            </a:pPr>
            <a:r>
              <a:rPr lang="en-US" sz="1700" b="1">
                <a:solidFill>
                  <a:srgbClr val="F5F5F7"/>
                </a:solidFill>
                <a:latin typeface="Noto Sans KR"/>
                <a:ea typeface="Noto Sans KR"/>
                <a:cs typeface="Noto Sans KR"/>
                <a:sym typeface="Noto Sans KR"/>
              </a:rPr>
              <a:t>프로젝트 소개</a:t>
            </a:r>
            <a:endParaRPr sz="1700">
              <a:solidFill>
                <a:schemeClr val="lt1"/>
              </a:solidFill>
              <a:latin typeface="Noto Sans KR"/>
              <a:ea typeface="Noto Sans KR"/>
              <a:cs typeface="Noto Sans KR"/>
              <a:sym typeface="Noto Sans KR"/>
            </a:endParaRPr>
          </a:p>
        </p:txBody>
      </p:sp>
      <p:sp>
        <p:nvSpPr>
          <p:cNvPr id="41" name="Google Shape;41;p8"/>
          <p:cNvSpPr/>
          <p:nvPr/>
        </p:nvSpPr>
        <p:spPr>
          <a:xfrm>
            <a:off x="1396008" y="2397760"/>
            <a:ext cx="4462624"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팀 구성, 기획 배경, 해결 방향</a:t>
            </a:r>
            <a:endParaRPr sz="1200">
              <a:solidFill>
                <a:schemeClr val="lt1"/>
              </a:solidFill>
              <a:latin typeface="Noto Sans KR"/>
              <a:ea typeface="Noto Sans KR"/>
              <a:cs typeface="Noto Sans KR"/>
              <a:sym typeface="Noto Sans KR"/>
            </a:endParaRPr>
          </a:p>
        </p:txBody>
      </p:sp>
      <p:sp>
        <p:nvSpPr>
          <p:cNvPr id="42" name="Google Shape;42;p8"/>
          <p:cNvSpPr/>
          <p:nvPr/>
        </p:nvSpPr>
        <p:spPr>
          <a:xfrm>
            <a:off x="5643685" y="2240280"/>
            <a:ext cx="214800" cy="256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300"/>
              <a:buFont typeface="Oswald"/>
              <a:buNone/>
            </a:pPr>
            <a:r>
              <a:rPr lang="en-US" sz="1300">
                <a:solidFill>
                  <a:srgbClr val="8E8E95"/>
                </a:solidFill>
                <a:latin typeface="Oswald"/>
                <a:ea typeface="Oswald"/>
                <a:cs typeface="Oswald"/>
                <a:sym typeface="Oswald"/>
              </a:rPr>
              <a:t>03</a:t>
            </a:r>
            <a:endParaRPr sz="1300">
              <a:solidFill>
                <a:schemeClr val="lt1"/>
              </a:solidFill>
              <a:latin typeface="Noto Sans KR"/>
              <a:ea typeface="Noto Sans KR"/>
              <a:cs typeface="Noto Sans KR"/>
              <a:sym typeface="Noto Sans KR"/>
            </a:endParaRPr>
          </a:p>
        </p:txBody>
      </p:sp>
      <p:cxnSp>
        <p:nvCxnSpPr>
          <p:cNvPr id="43" name="Google Shape;43;p8"/>
          <p:cNvCxnSpPr/>
          <p:nvPr/>
        </p:nvCxnSpPr>
        <p:spPr>
          <a:xfrm>
            <a:off x="6096000" y="2740025"/>
            <a:ext cx="5283200" cy="0"/>
          </a:xfrm>
          <a:prstGeom prst="straightConnector1">
            <a:avLst/>
          </a:prstGeom>
          <a:noFill/>
          <a:ln w="9525" cap="flat" cmpd="sng">
            <a:solidFill>
              <a:srgbClr val="2A2A2F"/>
            </a:solidFill>
            <a:prstDash val="solid"/>
            <a:round/>
            <a:headEnd type="none" w="sm" len="sm"/>
            <a:tailEnd type="none" w="sm" len="sm"/>
          </a:ln>
        </p:spPr>
      </p:cxnSp>
      <p:sp>
        <p:nvSpPr>
          <p:cNvPr id="44" name="Google Shape;44;p8"/>
          <p:cNvSpPr/>
          <p:nvPr/>
        </p:nvSpPr>
        <p:spPr>
          <a:xfrm>
            <a:off x="812800" y="2894331"/>
            <a:ext cx="518922" cy="43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6C543"/>
              </a:buClr>
              <a:buSzPts val="3200"/>
              <a:buFont typeface="Noto Sans KR"/>
              <a:buNone/>
            </a:pPr>
            <a:r>
              <a:rPr lang="en-US" sz="3200" b="1">
                <a:solidFill>
                  <a:srgbClr val="F6C543"/>
                </a:solidFill>
                <a:latin typeface="Noto Sans KR"/>
                <a:ea typeface="Noto Sans KR"/>
                <a:cs typeface="Noto Sans KR"/>
                <a:sym typeface="Noto Sans KR"/>
              </a:rPr>
              <a:t>02</a:t>
            </a:r>
            <a:endParaRPr sz="3200">
              <a:solidFill>
                <a:schemeClr val="lt1"/>
              </a:solidFill>
              <a:latin typeface="Noto Sans KR"/>
              <a:ea typeface="Noto Sans KR"/>
              <a:cs typeface="Noto Sans KR"/>
              <a:sym typeface="Noto Sans KR"/>
            </a:endParaRPr>
          </a:p>
        </p:txBody>
      </p:sp>
      <p:sp>
        <p:nvSpPr>
          <p:cNvPr id="45" name="Google Shape;45;p8"/>
          <p:cNvSpPr/>
          <p:nvPr/>
        </p:nvSpPr>
        <p:spPr>
          <a:xfrm>
            <a:off x="1448435" y="2842261"/>
            <a:ext cx="4404209"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700"/>
              <a:buFont typeface="Noto Sans KR"/>
              <a:buNone/>
            </a:pPr>
            <a:r>
              <a:rPr lang="en-US" sz="1700" b="1">
                <a:solidFill>
                  <a:srgbClr val="F5F5F7"/>
                </a:solidFill>
                <a:latin typeface="Noto Sans KR"/>
                <a:ea typeface="Noto Sans KR"/>
                <a:cs typeface="Noto Sans KR"/>
                <a:sym typeface="Noto Sans KR"/>
              </a:rPr>
              <a:t>기술 스택·협업</a:t>
            </a:r>
            <a:endParaRPr sz="1700">
              <a:solidFill>
                <a:schemeClr val="lt1"/>
              </a:solidFill>
              <a:latin typeface="Noto Sans KR"/>
              <a:ea typeface="Noto Sans KR"/>
              <a:cs typeface="Noto Sans KR"/>
              <a:sym typeface="Noto Sans KR"/>
            </a:endParaRPr>
          </a:p>
        </p:txBody>
      </p:sp>
      <p:sp>
        <p:nvSpPr>
          <p:cNvPr id="46" name="Google Shape;46;p8"/>
          <p:cNvSpPr/>
          <p:nvPr/>
        </p:nvSpPr>
        <p:spPr>
          <a:xfrm>
            <a:off x="1448435" y="3139441"/>
            <a:ext cx="4404209"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사용 기술, 협업 흐름</a:t>
            </a:r>
            <a:endParaRPr sz="1200">
              <a:solidFill>
                <a:schemeClr val="lt1"/>
              </a:solidFill>
              <a:latin typeface="Noto Sans KR"/>
              <a:ea typeface="Noto Sans KR"/>
              <a:cs typeface="Noto Sans KR"/>
              <a:sym typeface="Noto Sans KR"/>
            </a:endParaRPr>
          </a:p>
        </p:txBody>
      </p:sp>
      <p:sp>
        <p:nvSpPr>
          <p:cNvPr id="47" name="Google Shape;47;p8"/>
          <p:cNvSpPr/>
          <p:nvPr/>
        </p:nvSpPr>
        <p:spPr>
          <a:xfrm>
            <a:off x="5643685" y="2981961"/>
            <a:ext cx="219234"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300"/>
              <a:buFont typeface="Oswald"/>
              <a:buNone/>
            </a:pPr>
            <a:r>
              <a:rPr lang="en-US" sz="1300">
                <a:solidFill>
                  <a:srgbClr val="8E8E95"/>
                </a:solidFill>
                <a:latin typeface="Oswald"/>
                <a:ea typeface="Oswald"/>
                <a:cs typeface="Oswald"/>
                <a:sym typeface="Oswald"/>
              </a:rPr>
              <a:t>06</a:t>
            </a:r>
            <a:endParaRPr sz="1300">
              <a:solidFill>
                <a:schemeClr val="lt1"/>
              </a:solidFill>
              <a:latin typeface="Noto Sans KR"/>
              <a:ea typeface="Noto Sans KR"/>
              <a:cs typeface="Noto Sans KR"/>
              <a:sym typeface="Noto Sans KR"/>
            </a:endParaRPr>
          </a:p>
        </p:txBody>
      </p:sp>
      <p:cxnSp>
        <p:nvCxnSpPr>
          <p:cNvPr id="48" name="Google Shape;48;p8"/>
          <p:cNvCxnSpPr/>
          <p:nvPr/>
        </p:nvCxnSpPr>
        <p:spPr>
          <a:xfrm>
            <a:off x="812800" y="3509645"/>
            <a:ext cx="5283200" cy="0"/>
          </a:xfrm>
          <a:prstGeom prst="straightConnector1">
            <a:avLst/>
          </a:prstGeom>
          <a:noFill/>
          <a:ln w="9525" cap="flat" cmpd="sng">
            <a:solidFill>
              <a:srgbClr val="2A2A2F"/>
            </a:solidFill>
            <a:prstDash val="solid"/>
            <a:round/>
            <a:headEnd type="none" w="sm" len="sm"/>
            <a:tailEnd type="none" w="sm" len="sm"/>
          </a:ln>
        </p:spPr>
      </p:cxnSp>
      <p:sp>
        <p:nvSpPr>
          <p:cNvPr id="49" name="Google Shape;49;p8"/>
          <p:cNvSpPr/>
          <p:nvPr/>
        </p:nvSpPr>
        <p:spPr>
          <a:xfrm>
            <a:off x="812800" y="3669250"/>
            <a:ext cx="518517" cy="43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6C543"/>
              </a:buClr>
              <a:buSzPts val="3200"/>
              <a:buFont typeface="Noto Sans KR"/>
              <a:buNone/>
            </a:pPr>
            <a:r>
              <a:rPr lang="en-US" sz="3200" b="1">
                <a:solidFill>
                  <a:srgbClr val="F6C543"/>
                </a:solidFill>
                <a:latin typeface="Noto Sans KR"/>
                <a:ea typeface="Noto Sans KR"/>
                <a:cs typeface="Noto Sans KR"/>
                <a:sym typeface="Noto Sans KR"/>
              </a:rPr>
              <a:t>03</a:t>
            </a:r>
            <a:endParaRPr sz="3200">
              <a:solidFill>
                <a:schemeClr val="lt1"/>
              </a:solidFill>
              <a:latin typeface="Noto Sans KR"/>
              <a:ea typeface="Noto Sans KR"/>
              <a:cs typeface="Noto Sans KR"/>
              <a:sym typeface="Noto Sans KR"/>
            </a:endParaRPr>
          </a:p>
        </p:txBody>
      </p:sp>
      <p:sp>
        <p:nvSpPr>
          <p:cNvPr id="50" name="Google Shape;50;p8"/>
          <p:cNvSpPr/>
          <p:nvPr/>
        </p:nvSpPr>
        <p:spPr>
          <a:xfrm>
            <a:off x="1448435" y="3617180"/>
            <a:ext cx="4425466"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700"/>
              <a:buFont typeface="Noto Sans KR"/>
              <a:buNone/>
            </a:pPr>
            <a:r>
              <a:rPr lang="en-US" sz="1700" b="1">
                <a:solidFill>
                  <a:srgbClr val="F5F5F7"/>
                </a:solidFill>
                <a:latin typeface="Noto Sans KR"/>
                <a:ea typeface="Noto Sans KR"/>
                <a:cs typeface="Noto Sans KR"/>
                <a:sym typeface="Noto Sans KR"/>
              </a:rPr>
              <a:t>데이터베이스 설계 </a:t>
            </a:r>
            <a:endParaRPr sz="1700">
              <a:solidFill>
                <a:schemeClr val="lt1"/>
              </a:solidFill>
              <a:latin typeface="Noto Sans KR"/>
              <a:ea typeface="Noto Sans KR"/>
              <a:cs typeface="Noto Sans KR"/>
              <a:sym typeface="Noto Sans KR"/>
            </a:endParaRPr>
          </a:p>
        </p:txBody>
      </p:sp>
      <p:sp>
        <p:nvSpPr>
          <p:cNvPr id="51" name="Google Shape;51;p8"/>
          <p:cNvSpPr/>
          <p:nvPr/>
        </p:nvSpPr>
        <p:spPr>
          <a:xfrm>
            <a:off x="1448435" y="3914360"/>
            <a:ext cx="4425466"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chemeClr val="accent2"/>
                </a:solidFill>
                <a:latin typeface="Noto Sans KR"/>
                <a:ea typeface="Noto Sans KR"/>
                <a:cs typeface="Noto Sans KR"/>
                <a:sym typeface="Noto Sans KR"/>
              </a:rPr>
              <a:t>ERD 전체, 영역별 핵심 테이블</a:t>
            </a:r>
            <a:endParaRPr sz="1200">
              <a:solidFill>
                <a:schemeClr val="lt1"/>
              </a:solidFill>
              <a:latin typeface="Noto Sans KR"/>
              <a:ea typeface="Noto Sans KR"/>
              <a:cs typeface="Noto Sans KR"/>
              <a:sym typeface="Noto Sans KR"/>
            </a:endParaRPr>
          </a:p>
        </p:txBody>
      </p:sp>
      <p:sp>
        <p:nvSpPr>
          <p:cNvPr id="52" name="Google Shape;52;p8"/>
          <p:cNvSpPr/>
          <p:nvPr/>
        </p:nvSpPr>
        <p:spPr>
          <a:xfrm>
            <a:off x="5660036" y="3779520"/>
            <a:ext cx="198596"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300"/>
              <a:buFont typeface="Oswald"/>
              <a:buNone/>
            </a:pPr>
            <a:r>
              <a:rPr lang="en-US" sz="1300">
                <a:solidFill>
                  <a:srgbClr val="8E8E95"/>
                </a:solidFill>
                <a:latin typeface="Oswald"/>
                <a:ea typeface="Oswald"/>
                <a:cs typeface="Oswald"/>
                <a:sym typeface="Oswald"/>
              </a:rPr>
              <a:t>08</a:t>
            </a:r>
            <a:endParaRPr sz="1300">
              <a:solidFill>
                <a:schemeClr val="lt1"/>
              </a:solidFill>
              <a:latin typeface="Noto Sans KR"/>
              <a:ea typeface="Noto Sans KR"/>
              <a:cs typeface="Noto Sans KR"/>
              <a:sym typeface="Noto Sans KR"/>
            </a:endParaRPr>
          </a:p>
        </p:txBody>
      </p:sp>
      <p:cxnSp>
        <p:nvCxnSpPr>
          <p:cNvPr id="53" name="Google Shape;53;p8"/>
          <p:cNvCxnSpPr/>
          <p:nvPr/>
        </p:nvCxnSpPr>
        <p:spPr>
          <a:xfrm>
            <a:off x="6096000" y="3509645"/>
            <a:ext cx="5283200" cy="0"/>
          </a:xfrm>
          <a:prstGeom prst="straightConnector1">
            <a:avLst/>
          </a:prstGeom>
          <a:noFill/>
          <a:ln w="9525" cap="flat" cmpd="sng">
            <a:solidFill>
              <a:srgbClr val="2A2A2F"/>
            </a:solidFill>
            <a:prstDash val="solid"/>
            <a:round/>
            <a:headEnd type="none" w="sm" len="sm"/>
            <a:tailEnd type="none" w="sm" len="sm"/>
          </a:ln>
        </p:spPr>
      </p:cxnSp>
      <p:sp>
        <p:nvSpPr>
          <p:cNvPr id="54" name="Google Shape;54;p8"/>
          <p:cNvSpPr/>
          <p:nvPr/>
        </p:nvSpPr>
        <p:spPr>
          <a:xfrm>
            <a:off x="839366" y="4464269"/>
            <a:ext cx="491951" cy="43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6C543"/>
              </a:buClr>
              <a:buSzPts val="3200"/>
              <a:buFont typeface="Noto Sans KR"/>
              <a:buNone/>
            </a:pPr>
            <a:r>
              <a:rPr lang="en-US" sz="3200" b="1">
                <a:solidFill>
                  <a:srgbClr val="F6C543"/>
                </a:solidFill>
                <a:latin typeface="Noto Sans KR"/>
                <a:ea typeface="Noto Sans KR"/>
                <a:cs typeface="Noto Sans KR"/>
                <a:sym typeface="Noto Sans KR"/>
              </a:rPr>
              <a:t>04</a:t>
            </a:r>
            <a:endParaRPr sz="3200">
              <a:solidFill>
                <a:schemeClr val="lt1"/>
              </a:solidFill>
              <a:latin typeface="Noto Sans KR"/>
              <a:ea typeface="Noto Sans KR"/>
              <a:cs typeface="Noto Sans KR"/>
              <a:sym typeface="Noto Sans KR"/>
            </a:endParaRPr>
          </a:p>
        </p:txBody>
      </p:sp>
      <p:sp>
        <p:nvSpPr>
          <p:cNvPr id="55" name="Google Shape;55;p8"/>
          <p:cNvSpPr/>
          <p:nvPr/>
        </p:nvSpPr>
        <p:spPr>
          <a:xfrm>
            <a:off x="1479049" y="4412199"/>
            <a:ext cx="4428000" cy="2844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Clr>
                <a:schemeClr val="lt1"/>
              </a:buClr>
              <a:buSzPts val="1700"/>
              <a:buFont typeface="Noto Sans KR"/>
              <a:buNone/>
            </a:pPr>
            <a:r>
              <a:rPr lang="en-US" sz="1700" b="1">
                <a:solidFill>
                  <a:schemeClr val="lt1"/>
                </a:solidFill>
                <a:latin typeface="Noto Sans KR"/>
                <a:ea typeface="Noto Sans KR"/>
                <a:cs typeface="Noto Sans KR"/>
                <a:sym typeface="Noto Sans KR"/>
              </a:rPr>
              <a:t>스마트 예매</a:t>
            </a:r>
            <a:endParaRPr sz="1700">
              <a:solidFill>
                <a:schemeClr val="lt1"/>
              </a:solidFill>
              <a:latin typeface="Noto Sans KR"/>
              <a:ea typeface="Noto Sans KR"/>
              <a:cs typeface="Noto Sans KR"/>
              <a:sym typeface="Noto Sans KR"/>
            </a:endParaRPr>
          </a:p>
        </p:txBody>
      </p:sp>
      <p:sp>
        <p:nvSpPr>
          <p:cNvPr id="56" name="Google Shape;56;p8"/>
          <p:cNvSpPr/>
          <p:nvPr/>
        </p:nvSpPr>
        <p:spPr>
          <a:xfrm>
            <a:off x="1479049" y="4709379"/>
            <a:ext cx="4427960" cy="238760"/>
          </a:xfrm>
          <a:prstGeom prst="rect">
            <a:avLst/>
          </a:prstGeom>
          <a:noFill/>
          <a:ln>
            <a:noFill/>
          </a:ln>
        </p:spPr>
        <p:txBody>
          <a:bodyPr spcFirstLastPara="1" wrap="square" lIns="0" tIns="0" rIns="0" bIns="0" anchor="t" anchorCtr="0">
            <a:noAutofit/>
          </a:bodyPr>
          <a:lstStyle/>
          <a:p>
            <a:pPr marL="0" lvl="0" indent="0" algn="l" rtl="0">
              <a:lnSpc>
                <a:spcPct val="140000"/>
              </a:lnSpc>
              <a:spcBef>
                <a:spcPts val="0"/>
              </a:spcBef>
              <a:spcAft>
                <a:spcPts val="0"/>
              </a:spcAft>
              <a:buClr>
                <a:schemeClr val="accent2"/>
              </a:buClr>
              <a:buSzPts val="1200"/>
              <a:buFont typeface="Noto Sans KR"/>
              <a:buNone/>
            </a:pPr>
            <a:r>
              <a:rPr lang="en-US" sz="1200">
                <a:solidFill>
                  <a:schemeClr val="accent2"/>
                </a:solidFill>
                <a:latin typeface="Noto Sans KR"/>
                <a:ea typeface="Noto Sans KR"/>
                <a:cs typeface="Noto Sans KR"/>
                <a:sym typeface="Noto Sans KR"/>
              </a:rPr>
              <a:t>선호 기반 후보 탐색, 좌석 선점과 대기 유지</a:t>
            </a:r>
            <a:endParaRPr sz="1200">
              <a:solidFill>
                <a:schemeClr val="lt1"/>
              </a:solidFill>
              <a:latin typeface="Noto Sans KR"/>
              <a:ea typeface="Noto Sans KR"/>
              <a:cs typeface="Noto Sans KR"/>
              <a:sym typeface="Noto Sans KR"/>
            </a:endParaRPr>
          </a:p>
        </p:txBody>
      </p:sp>
      <p:sp>
        <p:nvSpPr>
          <p:cNvPr id="57" name="Google Shape;57;p8"/>
          <p:cNvSpPr/>
          <p:nvPr/>
        </p:nvSpPr>
        <p:spPr>
          <a:xfrm>
            <a:off x="5656267" y="4551899"/>
            <a:ext cx="192127"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300"/>
              <a:buFont typeface="Oswald"/>
              <a:buNone/>
            </a:pPr>
            <a:r>
              <a:rPr lang="en-US" sz="1300">
                <a:solidFill>
                  <a:srgbClr val="8E8E95"/>
                </a:solidFill>
                <a:latin typeface="Oswald"/>
                <a:ea typeface="Oswald"/>
                <a:cs typeface="Oswald"/>
                <a:sym typeface="Oswald"/>
              </a:rPr>
              <a:t>11</a:t>
            </a:r>
            <a:endParaRPr sz="1300">
              <a:solidFill>
                <a:schemeClr val="lt1"/>
              </a:solidFill>
              <a:latin typeface="Noto Sans KR"/>
              <a:ea typeface="Noto Sans KR"/>
              <a:cs typeface="Noto Sans KR"/>
              <a:sym typeface="Noto Sans KR"/>
            </a:endParaRPr>
          </a:p>
        </p:txBody>
      </p:sp>
      <p:cxnSp>
        <p:nvCxnSpPr>
          <p:cNvPr id="58" name="Google Shape;58;p8"/>
          <p:cNvCxnSpPr/>
          <p:nvPr/>
        </p:nvCxnSpPr>
        <p:spPr>
          <a:xfrm>
            <a:off x="812800" y="4279265"/>
            <a:ext cx="5283200" cy="0"/>
          </a:xfrm>
          <a:prstGeom prst="straightConnector1">
            <a:avLst/>
          </a:prstGeom>
          <a:noFill/>
          <a:ln w="9525" cap="flat" cmpd="sng">
            <a:solidFill>
              <a:srgbClr val="2A2A2F"/>
            </a:solidFill>
            <a:prstDash val="solid"/>
            <a:round/>
            <a:headEnd type="none" w="sm" len="sm"/>
            <a:tailEnd type="none" w="sm" len="sm"/>
          </a:ln>
        </p:spPr>
      </p:cxnSp>
      <p:cxnSp>
        <p:nvCxnSpPr>
          <p:cNvPr id="59" name="Google Shape;59;p8"/>
          <p:cNvCxnSpPr/>
          <p:nvPr/>
        </p:nvCxnSpPr>
        <p:spPr>
          <a:xfrm>
            <a:off x="6096000" y="4279265"/>
            <a:ext cx="5283200" cy="0"/>
          </a:xfrm>
          <a:prstGeom prst="straightConnector1">
            <a:avLst/>
          </a:prstGeom>
          <a:noFill/>
          <a:ln w="9525" cap="flat" cmpd="sng">
            <a:solidFill>
              <a:srgbClr val="2A2A2F"/>
            </a:solidFill>
            <a:prstDash val="solid"/>
            <a:round/>
            <a:headEnd type="none" w="sm" len="sm"/>
            <a:tailEnd type="none" w="sm" len="sm"/>
          </a:ln>
        </p:spPr>
      </p:cxnSp>
      <p:sp>
        <p:nvSpPr>
          <p:cNvPr id="60" name="Google Shape;60;p8"/>
          <p:cNvSpPr/>
          <p:nvPr/>
        </p:nvSpPr>
        <p:spPr>
          <a:xfrm>
            <a:off x="6096000" y="2891155"/>
            <a:ext cx="530638" cy="43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6C543"/>
              </a:buClr>
              <a:buSzPts val="3200"/>
              <a:buFont typeface="Noto Sans KR"/>
              <a:buNone/>
            </a:pPr>
            <a:r>
              <a:rPr lang="en-US" sz="3200" b="1">
                <a:solidFill>
                  <a:srgbClr val="F6C543"/>
                </a:solidFill>
                <a:latin typeface="Noto Sans KR"/>
                <a:ea typeface="Noto Sans KR"/>
                <a:cs typeface="Noto Sans KR"/>
                <a:sym typeface="Noto Sans KR"/>
              </a:rPr>
              <a:t>06</a:t>
            </a:r>
            <a:endParaRPr sz="3200">
              <a:solidFill>
                <a:schemeClr val="lt1"/>
              </a:solidFill>
              <a:latin typeface="Noto Sans KR"/>
              <a:ea typeface="Noto Sans KR"/>
              <a:cs typeface="Noto Sans KR"/>
              <a:sym typeface="Noto Sans KR"/>
            </a:endParaRPr>
          </a:p>
        </p:txBody>
      </p:sp>
      <p:sp>
        <p:nvSpPr>
          <p:cNvPr id="61" name="Google Shape;61;p8"/>
          <p:cNvSpPr/>
          <p:nvPr/>
        </p:nvSpPr>
        <p:spPr>
          <a:xfrm>
            <a:off x="6741399" y="2839085"/>
            <a:ext cx="4405068"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700"/>
              <a:buFont typeface="Noto Sans KR"/>
              <a:buNone/>
            </a:pPr>
            <a:r>
              <a:rPr lang="en-US" sz="1700" b="1">
                <a:solidFill>
                  <a:srgbClr val="F5F5F7"/>
                </a:solidFill>
                <a:latin typeface="Noto Sans KR"/>
                <a:ea typeface="Noto Sans KR"/>
                <a:cs typeface="Noto Sans KR"/>
                <a:sym typeface="Noto Sans KR"/>
              </a:rPr>
              <a:t>대기순번·티켓</a:t>
            </a:r>
            <a:endParaRPr sz="1700">
              <a:solidFill>
                <a:schemeClr val="lt1"/>
              </a:solidFill>
              <a:latin typeface="Noto Sans KR"/>
              <a:ea typeface="Noto Sans KR"/>
              <a:cs typeface="Noto Sans KR"/>
              <a:sym typeface="Noto Sans KR"/>
            </a:endParaRPr>
          </a:p>
        </p:txBody>
      </p:sp>
      <p:sp>
        <p:nvSpPr>
          <p:cNvPr id="62" name="Google Shape;62;p8"/>
          <p:cNvSpPr/>
          <p:nvPr/>
        </p:nvSpPr>
        <p:spPr>
          <a:xfrm>
            <a:off x="6741399" y="3136265"/>
            <a:ext cx="440506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대기순번·QR 티켓, 조회 비용 개선, 해시 라우팅</a:t>
            </a:r>
            <a:endParaRPr sz="1200">
              <a:solidFill>
                <a:schemeClr val="lt1"/>
              </a:solidFill>
              <a:latin typeface="Noto Sans KR"/>
              <a:ea typeface="Noto Sans KR"/>
              <a:cs typeface="Noto Sans KR"/>
              <a:sym typeface="Noto Sans KR"/>
            </a:endParaRPr>
          </a:p>
        </p:txBody>
      </p:sp>
      <p:sp>
        <p:nvSpPr>
          <p:cNvPr id="63" name="Google Shape;63;p8"/>
          <p:cNvSpPr/>
          <p:nvPr/>
        </p:nvSpPr>
        <p:spPr>
          <a:xfrm>
            <a:off x="11221363" y="2978785"/>
            <a:ext cx="208637"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300"/>
              <a:buFont typeface="Oswald"/>
              <a:buNone/>
            </a:pPr>
            <a:r>
              <a:rPr lang="en-US" sz="1300">
                <a:solidFill>
                  <a:srgbClr val="8E8E95"/>
                </a:solidFill>
                <a:latin typeface="Oswald"/>
                <a:ea typeface="Oswald"/>
                <a:cs typeface="Oswald"/>
                <a:sym typeface="Oswald"/>
              </a:rPr>
              <a:t>16</a:t>
            </a:r>
            <a:endParaRPr sz="1300">
              <a:solidFill>
                <a:srgbClr val="8E8E95"/>
              </a:solidFill>
              <a:latin typeface="Oswald"/>
              <a:ea typeface="Oswald"/>
              <a:cs typeface="Oswald"/>
              <a:sym typeface="Oswald"/>
            </a:endParaRPr>
          </a:p>
        </p:txBody>
      </p:sp>
      <p:cxnSp>
        <p:nvCxnSpPr>
          <p:cNvPr id="64" name="Google Shape;64;p8"/>
          <p:cNvCxnSpPr/>
          <p:nvPr/>
        </p:nvCxnSpPr>
        <p:spPr>
          <a:xfrm>
            <a:off x="812800" y="5048885"/>
            <a:ext cx="5283200" cy="0"/>
          </a:xfrm>
          <a:prstGeom prst="straightConnector1">
            <a:avLst/>
          </a:prstGeom>
          <a:noFill/>
          <a:ln w="9525" cap="flat" cmpd="sng">
            <a:solidFill>
              <a:srgbClr val="2A2A2F"/>
            </a:solidFill>
            <a:prstDash val="solid"/>
            <a:round/>
            <a:headEnd type="none" w="sm" len="sm"/>
            <a:tailEnd type="none" w="sm" len="sm"/>
          </a:ln>
        </p:spPr>
      </p:cxnSp>
      <p:cxnSp>
        <p:nvCxnSpPr>
          <p:cNvPr id="65" name="Google Shape;65;p8"/>
          <p:cNvCxnSpPr/>
          <p:nvPr/>
        </p:nvCxnSpPr>
        <p:spPr>
          <a:xfrm>
            <a:off x="6096000" y="5048885"/>
            <a:ext cx="5283200" cy="0"/>
          </a:xfrm>
          <a:prstGeom prst="straightConnector1">
            <a:avLst/>
          </a:prstGeom>
          <a:noFill/>
          <a:ln w="9525" cap="flat" cmpd="sng">
            <a:solidFill>
              <a:srgbClr val="2A2A2F"/>
            </a:solidFill>
            <a:prstDash val="solid"/>
            <a:round/>
            <a:headEnd type="none" w="sm" len="sm"/>
            <a:tailEnd type="none" w="sm" len="sm"/>
          </a:ln>
        </p:spPr>
      </p:cxnSp>
      <p:sp>
        <p:nvSpPr>
          <p:cNvPr id="66" name="Google Shape;66;p8"/>
          <p:cNvSpPr/>
          <p:nvPr/>
        </p:nvSpPr>
        <p:spPr>
          <a:xfrm>
            <a:off x="6096000" y="4461510"/>
            <a:ext cx="530638" cy="43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6C543"/>
              </a:buClr>
              <a:buSzPts val="3200"/>
              <a:buFont typeface="Noto Sans KR"/>
              <a:buNone/>
            </a:pPr>
            <a:r>
              <a:rPr lang="en-US" sz="3200" b="1">
                <a:solidFill>
                  <a:srgbClr val="F6C543"/>
                </a:solidFill>
                <a:latin typeface="Noto Sans KR"/>
                <a:ea typeface="Noto Sans KR"/>
                <a:cs typeface="Noto Sans KR"/>
                <a:sym typeface="Noto Sans KR"/>
              </a:rPr>
              <a:t>08</a:t>
            </a:r>
            <a:endParaRPr sz="3200">
              <a:solidFill>
                <a:schemeClr val="lt1"/>
              </a:solidFill>
              <a:latin typeface="Noto Sans KR"/>
              <a:ea typeface="Noto Sans KR"/>
              <a:cs typeface="Noto Sans KR"/>
              <a:sym typeface="Noto Sans KR"/>
            </a:endParaRPr>
          </a:p>
        </p:txBody>
      </p:sp>
      <p:sp>
        <p:nvSpPr>
          <p:cNvPr id="67" name="Google Shape;67;p8"/>
          <p:cNvSpPr/>
          <p:nvPr/>
        </p:nvSpPr>
        <p:spPr>
          <a:xfrm>
            <a:off x="6741399" y="4409440"/>
            <a:ext cx="4405068"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700"/>
              <a:buFont typeface="Noto Sans KR"/>
              <a:buNone/>
            </a:pPr>
            <a:r>
              <a:rPr lang="en-US" sz="1700" b="1">
                <a:solidFill>
                  <a:srgbClr val="F5F5F7"/>
                </a:solidFill>
                <a:latin typeface="Noto Sans KR"/>
                <a:ea typeface="Noto Sans KR"/>
                <a:cs typeface="Noto Sans KR"/>
                <a:sym typeface="Noto Sans KR"/>
              </a:rPr>
              <a:t>시연 및 결과</a:t>
            </a:r>
            <a:endParaRPr sz="1700">
              <a:solidFill>
                <a:schemeClr val="lt1"/>
              </a:solidFill>
              <a:latin typeface="Noto Sans KR"/>
              <a:ea typeface="Noto Sans KR"/>
              <a:cs typeface="Noto Sans KR"/>
              <a:sym typeface="Noto Sans KR"/>
            </a:endParaRPr>
          </a:p>
        </p:txBody>
      </p:sp>
      <p:sp>
        <p:nvSpPr>
          <p:cNvPr id="68" name="Google Shape;68;p8"/>
          <p:cNvSpPr/>
          <p:nvPr/>
        </p:nvSpPr>
        <p:spPr>
          <a:xfrm>
            <a:off x="6741399" y="4706620"/>
            <a:ext cx="4405068"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시연 영상, 프로젝트 결과와 배운 점</a:t>
            </a:r>
            <a:endParaRPr sz="1200">
              <a:solidFill>
                <a:schemeClr val="lt1"/>
              </a:solidFill>
              <a:latin typeface="Noto Sans KR"/>
              <a:ea typeface="Noto Sans KR"/>
              <a:cs typeface="Noto Sans KR"/>
              <a:sym typeface="Noto Sans KR"/>
            </a:endParaRPr>
          </a:p>
        </p:txBody>
      </p:sp>
      <p:sp>
        <p:nvSpPr>
          <p:cNvPr id="69" name="Google Shape;69;p8"/>
          <p:cNvSpPr/>
          <p:nvPr/>
        </p:nvSpPr>
        <p:spPr>
          <a:xfrm>
            <a:off x="11221363" y="4549140"/>
            <a:ext cx="208500" cy="256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300"/>
              <a:buFont typeface="Oswald"/>
              <a:buNone/>
            </a:pPr>
            <a:r>
              <a:rPr lang="en-US" sz="1300">
                <a:solidFill>
                  <a:srgbClr val="8E8E95"/>
                </a:solidFill>
                <a:latin typeface="Oswald"/>
                <a:ea typeface="Oswald"/>
                <a:cs typeface="Oswald"/>
                <a:sym typeface="Oswald"/>
              </a:rPr>
              <a:t>21</a:t>
            </a:r>
            <a:endParaRPr sz="1300">
              <a:solidFill>
                <a:srgbClr val="8E8E95"/>
              </a:solidFill>
              <a:latin typeface="Oswald"/>
              <a:ea typeface="Oswald"/>
              <a:cs typeface="Oswald"/>
              <a:sym typeface="Oswald"/>
            </a:endParaRPr>
          </a:p>
        </p:txBody>
      </p:sp>
      <p:sp>
        <p:nvSpPr>
          <p:cNvPr id="70" name="Google Shape;70;p8"/>
          <p:cNvSpPr/>
          <p:nvPr/>
        </p:nvSpPr>
        <p:spPr>
          <a:xfrm>
            <a:off x="812800" y="6238241"/>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71" name="Google Shape;71;p8"/>
          <p:cNvSpPr/>
          <p:nvPr/>
        </p:nvSpPr>
        <p:spPr>
          <a:xfrm>
            <a:off x="10058400" y="6238241"/>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02</a:t>
            </a:r>
            <a:endParaRPr sz="1200">
              <a:solidFill>
                <a:schemeClr val="lt1"/>
              </a:solidFill>
              <a:latin typeface="Noto Sans KR"/>
              <a:ea typeface="Noto Sans KR"/>
              <a:cs typeface="Noto Sans KR"/>
              <a:sym typeface="Noto Sans KR"/>
            </a:endParaRPr>
          </a:p>
        </p:txBody>
      </p:sp>
      <p:sp>
        <p:nvSpPr>
          <p:cNvPr id="72" name="Google Shape;72;p8"/>
          <p:cNvSpPr/>
          <p:nvPr/>
        </p:nvSpPr>
        <p:spPr>
          <a:xfrm>
            <a:off x="6100635" y="2157096"/>
            <a:ext cx="516493" cy="43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6C543"/>
              </a:buClr>
              <a:buSzPts val="3200"/>
              <a:buFont typeface="Noto Sans KR"/>
              <a:buNone/>
            </a:pPr>
            <a:r>
              <a:rPr lang="en-US" sz="3200" b="1">
                <a:solidFill>
                  <a:srgbClr val="F6C543"/>
                </a:solidFill>
                <a:latin typeface="Noto Sans KR"/>
                <a:ea typeface="Noto Sans KR"/>
                <a:cs typeface="Noto Sans KR"/>
                <a:sym typeface="Noto Sans KR"/>
              </a:rPr>
              <a:t>05</a:t>
            </a:r>
            <a:endParaRPr sz="3200">
              <a:solidFill>
                <a:schemeClr val="lt1"/>
              </a:solidFill>
              <a:latin typeface="Noto Sans KR"/>
              <a:ea typeface="Noto Sans KR"/>
              <a:cs typeface="Noto Sans KR"/>
              <a:sym typeface="Noto Sans KR"/>
            </a:endParaRPr>
          </a:p>
        </p:txBody>
      </p:sp>
      <p:sp>
        <p:nvSpPr>
          <p:cNvPr id="73" name="Google Shape;73;p8"/>
          <p:cNvSpPr/>
          <p:nvPr/>
        </p:nvSpPr>
        <p:spPr>
          <a:xfrm>
            <a:off x="6734246" y="2105026"/>
            <a:ext cx="4429962"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700"/>
              <a:buFont typeface="Noto Sans KR"/>
              <a:buNone/>
            </a:pPr>
            <a:r>
              <a:rPr lang="en-US" sz="1700" b="1">
                <a:solidFill>
                  <a:srgbClr val="F5F5F7"/>
                </a:solidFill>
                <a:latin typeface="Noto Sans KR"/>
                <a:ea typeface="Noto Sans KR"/>
                <a:cs typeface="Noto Sans KR"/>
                <a:sym typeface="Noto Sans KR"/>
              </a:rPr>
              <a:t>예매 및 대기 설계</a:t>
            </a:r>
            <a:endParaRPr sz="1700">
              <a:solidFill>
                <a:schemeClr val="lt1"/>
              </a:solidFill>
              <a:latin typeface="Noto Sans KR"/>
              <a:ea typeface="Noto Sans KR"/>
              <a:cs typeface="Noto Sans KR"/>
              <a:sym typeface="Noto Sans KR"/>
            </a:endParaRPr>
          </a:p>
        </p:txBody>
      </p:sp>
      <p:sp>
        <p:nvSpPr>
          <p:cNvPr id="74" name="Google Shape;74;p8"/>
          <p:cNvSpPr/>
          <p:nvPr/>
        </p:nvSpPr>
        <p:spPr>
          <a:xfrm>
            <a:off x="6734246" y="2402206"/>
            <a:ext cx="442996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Redis 활용, 동시성 제어, 취소표 배정, 접속 대기실 </a:t>
            </a:r>
            <a:endParaRPr sz="1200">
              <a:solidFill>
                <a:schemeClr val="lt1"/>
              </a:solidFill>
              <a:latin typeface="Noto Sans KR"/>
              <a:ea typeface="Noto Sans KR"/>
              <a:cs typeface="Noto Sans KR"/>
              <a:sym typeface="Noto Sans KR"/>
            </a:endParaRPr>
          </a:p>
        </p:txBody>
      </p:sp>
      <p:sp>
        <p:nvSpPr>
          <p:cNvPr id="75" name="Google Shape;75;p8"/>
          <p:cNvSpPr/>
          <p:nvPr/>
        </p:nvSpPr>
        <p:spPr>
          <a:xfrm>
            <a:off x="11221363" y="2244726"/>
            <a:ext cx="196255" cy="256540"/>
          </a:xfrm>
          <a:prstGeom prst="rect">
            <a:avLst/>
          </a:prstGeom>
          <a:noFill/>
          <a:ln>
            <a:noFill/>
          </a:ln>
        </p:spPr>
        <p:txBody>
          <a:bodyPr spcFirstLastPara="1" wrap="square" lIns="0" tIns="0" rIns="0" bIns="0" anchor="t" anchorCtr="0">
            <a:noAutofit/>
          </a:bodyPr>
          <a:lstStyle/>
          <a:p>
            <a:pPr marL="0" lvl="0" indent="0" algn="l" rtl="0">
              <a:lnSpc>
                <a:spcPct val="140000"/>
              </a:lnSpc>
              <a:spcBef>
                <a:spcPts val="0"/>
              </a:spcBef>
              <a:spcAft>
                <a:spcPts val="0"/>
              </a:spcAft>
              <a:buClr>
                <a:schemeClr val="accent3"/>
              </a:buClr>
              <a:buSzPts val="1300"/>
              <a:buFont typeface="Oswald"/>
              <a:buNone/>
            </a:pPr>
            <a:r>
              <a:rPr lang="en-US" sz="1300">
                <a:solidFill>
                  <a:schemeClr val="accent3"/>
                </a:solidFill>
                <a:latin typeface="Oswald"/>
                <a:ea typeface="Oswald"/>
                <a:cs typeface="Oswald"/>
                <a:sym typeface="Oswald"/>
              </a:rPr>
              <a:t>13</a:t>
            </a:r>
            <a:endParaRPr sz="1300">
              <a:solidFill>
                <a:schemeClr val="lt1"/>
              </a:solidFill>
              <a:latin typeface="Noto Sans KR"/>
              <a:ea typeface="Noto Sans KR"/>
              <a:cs typeface="Noto Sans KR"/>
              <a:sym typeface="Noto Sans KR"/>
            </a:endParaRPr>
          </a:p>
        </p:txBody>
      </p:sp>
      <p:sp>
        <p:nvSpPr>
          <p:cNvPr id="76" name="Google Shape;76;p8"/>
          <p:cNvSpPr/>
          <p:nvPr/>
        </p:nvSpPr>
        <p:spPr>
          <a:xfrm>
            <a:off x="6096000" y="3665090"/>
            <a:ext cx="516493" cy="431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6C543"/>
              </a:buClr>
              <a:buSzPts val="3200"/>
              <a:buFont typeface="Noto Sans KR"/>
              <a:buNone/>
            </a:pPr>
            <a:r>
              <a:rPr lang="en-US" sz="3200" b="1">
                <a:solidFill>
                  <a:srgbClr val="F6C543"/>
                </a:solidFill>
                <a:latin typeface="Noto Sans KR"/>
                <a:ea typeface="Noto Sans KR"/>
                <a:cs typeface="Noto Sans KR"/>
                <a:sym typeface="Noto Sans KR"/>
              </a:rPr>
              <a:t>07</a:t>
            </a:r>
            <a:endParaRPr sz="3200">
              <a:solidFill>
                <a:schemeClr val="lt1"/>
              </a:solidFill>
              <a:latin typeface="Noto Sans KR"/>
              <a:ea typeface="Noto Sans KR"/>
              <a:cs typeface="Noto Sans KR"/>
              <a:sym typeface="Noto Sans KR"/>
            </a:endParaRPr>
          </a:p>
        </p:txBody>
      </p:sp>
      <p:sp>
        <p:nvSpPr>
          <p:cNvPr id="77" name="Google Shape;77;p8"/>
          <p:cNvSpPr/>
          <p:nvPr/>
        </p:nvSpPr>
        <p:spPr>
          <a:xfrm>
            <a:off x="6729611" y="3613020"/>
            <a:ext cx="4429962"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700"/>
              <a:buFont typeface="Noto Sans KR"/>
              <a:buNone/>
            </a:pPr>
            <a:r>
              <a:rPr lang="en-US" sz="1700" b="1">
                <a:solidFill>
                  <a:srgbClr val="F5F5F7"/>
                </a:solidFill>
                <a:latin typeface="Noto Sans KR"/>
                <a:ea typeface="Noto Sans KR"/>
                <a:cs typeface="Noto Sans KR"/>
                <a:sym typeface="Noto Sans KR"/>
              </a:rPr>
              <a:t>개선 결과</a:t>
            </a:r>
            <a:endParaRPr sz="1700">
              <a:solidFill>
                <a:schemeClr val="lt1"/>
              </a:solidFill>
              <a:latin typeface="Noto Sans KR"/>
              <a:ea typeface="Noto Sans KR"/>
              <a:cs typeface="Noto Sans KR"/>
              <a:sym typeface="Noto Sans KR"/>
            </a:endParaRPr>
          </a:p>
        </p:txBody>
      </p:sp>
      <p:sp>
        <p:nvSpPr>
          <p:cNvPr id="78" name="Google Shape;78;p8"/>
          <p:cNvSpPr/>
          <p:nvPr/>
        </p:nvSpPr>
        <p:spPr>
          <a:xfrm>
            <a:off x="6729611" y="3910200"/>
            <a:ext cx="4429962"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DB 조회 비용 감소, 취소표 자동 선점 검증</a:t>
            </a:r>
            <a:endParaRPr sz="1200">
              <a:solidFill>
                <a:schemeClr val="lt1"/>
              </a:solidFill>
              <a:latin typeface="Noto Sans KR"/>
              <a:ea typeface="Noto Sans KR"/>
              <a:cs typeface="Noto Sans KR"/>
              <a:sym typeface="Noto Sans KR"/>
            </a:endParaRPr>
          </a:p>
        </p:txBody>
      </p:sp>
      <p:sp>
        <p:nvSpPr>
          <p:cNvPr id="79" name="Google Shape;79;p8"/>
          <p:cNvSpPr/>
          <p:nvPr/>
        </p:nvSpPr>
        <p:spPr>
          <a:xfrm>
            <a:off x="11221363" y="3752720"/>
            <a:ext cx="196255" cy="256540"/>
          </a:xfrm>
          <a:prstGeom prst="rect">
            <a:avLst/>
          </a:prstGeom>
          <a:noFill/>
          <a:ln>
            <a:noFill/>
          </a:ln>
        </p:spPr>
        <p:txBody>
          <a:bodyPr spcFirstLastPara="1" wrap="square" lIns="0" tIns="0" rIns="0" bIns="0" anchor="t" anchorCtr="0">
            <a:noAutofit/>
          </a:bodyPr>
          <a:lstStyle/>
          <a:p>
            <a:pPr marL="0" lvl="0" indent="0" algn="l" rtl="0">
              <a:lnSpc>
                <a:spcPct val="140000"/>
              </a:lnSpc>
              <a:spcBef>
                <a:spcPts val="0"/>
              </a:spcBef>
              <a:spcAft>
                <a:spcPts val="0"/>
              </a:spcAft>
              <a:buClr>
                <a:schemeClr val="accent3"/>
              </a:buClr>
              <a:buSzPts val="1300"/>
              <a:buFont typeface="Oswald"/>
              <a:buNone/>
            </a:pPr>
            <a:r>
              <a:rPr lang="en-US" sz="1300">
                <a:solidFill>
                  <a:schemeClr val="accent3"/>
                </a:solidFill>
                <a:latin typeface="Oswald"/>
                <a:ea typeface="Oswald"/>
                <a:cs typeface="Oswald"/>
                <a:sym typeface="Oswald"/>
              </a:rPr>
              <a:t>19</a:t>
            </a:r>
            <a:endParaRPr sz="1300">
              <a:solidFill>
                <a:schemeClr val="accent3"/>
              </a:solidFill>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F11"/>
        </a:solidFill>
        <a:effectLst/>
      </p:bgPr>
    </p:bg>
    <p:spTree>
      <p:nvGrpSpPr>
        <p:cNvPr id="1" name="Shape 84"/>
        <p:cNvGrpSpPr/>
        <p:nvPr/>
      </p:nvGrpSpPr>
      <p:grpSpPr>
        <a:xfrm>
          <a:off x="0" y="0"/>
          <a:ext cx="0" cy="0"/>
          <a:chOff x="0" y="0"/>
          <a:chExt cx="0" cy="0"/>
        </a:xfrm>
      </p:grpSpPr>
      <p:sp>
        <p:nvSpPr>
          <p:cNvPr id="85" name="Google Shape;85;p9"/>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86" name="Google Shape;86;p9"/>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sz="1400" b="1" spc="200">
                <a:solidFill>
                  <a:srgbClr val="F6C543"/>
                </a:solidFill>
                <a:latin typeface="Oswald"/>
                <a:ea typeface="Oswald"/>
                <a:cs typeface="Oswald"/>
                <a:sym typeface="Oswald"/>
              </a:rPr>
              <a:t>01 / 프로젝트 소개</a:t>
            </a:r>
            <a:endParaRPr sz="1400">
              <a:solidFill>
                <a:schemeClr val="lt1"/>
              </a:solidFill>
              <a:latin typeface="Noto Sans KR"/>
              <a:ea typeface="Noto Sans KR"/>
              <a:cs typeface="Noto Sans KR"/>
              <a:sym typeface="Noto Sans KR"/>
            </a:endParaRPr>
          </a:p>
        </p:txBody>
      </p:sp>
      <p:sp>
        <p:nvSpPr>
          <p:cNvPr id="87" name="Google Shape;87;p9"/>
          <p:cNvSpPr txBox="1">
            <a:spLocks noGrp="1"/>
          </p:cNvSpPr>
          <p:nvPr>
            <p:ph type="title"/>
          </p:nvPr>
        </p:nvSpPr>
        <p:spPr>
          <a:xfrm>
            <a:off x="812800" y="1150620"/>
            <a:ext cx="10883392" cy="49276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F5F5F7"/>
              </a:buClr>
              <a:buSzPts val="3200"/>
              <a:buFont typeface="Noto Sans KR"/>
              <a:buNone/>
            </a:pPr>
            <a:r>
              <a:rPr lang="en-US" sz="3200" b="1" i="0" spc="-50">
                <a:solidFill>
                  <a:srgbClr val="F5F5F7"/>
                </a:solidFill>
                <a:latin typeface="Noto Sans KR"/>
                <a:ea typeface="Noto Sans KR"/>
                <a:cs typeface="Noto Sans KR"/>
                <a:sym typeface="Noto Sans KR"/>
              </a:rPr>
              <a:t>예매 과정의 네 가지 불편</a:t>
            </a:r>
            <a:endParaRPr sz="3200"/>
          </a:p>
        </p:txBody>
      </p:sp>
      <p:sp>
        <p:nvSpPr>
          <p:cNvPr id="88" name="Google Shape;88;p9"/>
          <p:cNvSpPr/>
          <p:nvPr/>
        </p:nvSpPr>
        <p:spPr>
          <a:xfrm>
            <a:off x="815975" y="1976755"/>
            <a:ext cx="5187950" cy="1109980"/>
          </a:xfrm>
          <a:prstGeom prst="roundRect">
            <a:avLst>
              <a:gd name="adj" fmla="val 8867"/>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89" name="Google Shape;89;p9"/>
          <p:cNvSpPr/>
          <p:nvPr/>
        </p:nvSpPr>
        <p:spPr>
          <a:xfrm>
            <a:off x="1097280" y="2232661"/>
            <a:ext cx="456009" cy="43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6C543"/>
              </a:buClr>
              <a:buSzPts val="3200"/>
              <a:buFont typeface="Oswald"/>
              <a:buNone/>
            </a:pPr>
            <a:r>
              <a:rPr lang="en-US" sz="3200" b="1">
                <a:solidFill>
                  <a:srgbClr val="F6C543"/>
                </a:solidFill>
                <a:latin typeface="Oswald"/>
                <a:ea typeface="Oswald"/>
                <a:cs typeface="Oswald"/>
                <a:sym typeface="Oswald"/>
              </a:rPr>
              <a:t>01</a:t>
            </a:r>
            <a:endParaRPr sz="3200">
              <a:solidFill>
                <a:schemeClr val="lt1"/>
              </a:solidFill>
              <a:latin typeface="Noto Sans KR"/>
              <a:ea typeface="Noto Sans KR"/>
              <a:cs typeface="Noto Sans KR"/>
              <a:sym typeface="Noto Sans KR"/>
            </a:endParaRPr>
          </a:p>
        </p:txBody>
      </p:sp>
      <p:sp>
        <p:nvSpPr>
          <p:cNvPr id="90" name="Google Shape;90;p9"/>
          <p:cNvSpPr/>
          <p:nvPr/>
        </p:nvSpPr>
        <p:spPr>
          <a:xfrm>
            <a:off x="1680488" y="2232661"/>
            <a:ext cx="3997636" cy="299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800"/>
              <a:buFont typeface="Noto Sans KR"/>
              <a:buNone/>
            </a:pPr>
            <a:r>
              <a:rPr lang="en-US" sz="1800" b="1">
                <a:solidFill>
                  <a:srgbClr val="F5F5F7"/>
                </a:solidFill>
                <a:latin typeface="Noto Sans KR"/>
                <a:ea typeface="Noto Sans KR"/>
                <a:cs typeface="Noto Sans KR"/>
                <a:sym typeface="Noto Sans KR"/>
              </a:rPr>
              <a:t>좌석 고르기의 반복</a:t>
            </a:r>
            <a:endParaRPr sz="1800">
              <a:solidFill>
                <a:schemeClr val="lt1"/>
              </a:solidFill>
              <a:latin typeface="Noto Sans KR"/>
              <a:ea typeface="Noto Sans KR"/>
              <a:cs typeface="Noto Sans KR"/>
              <a:sym typeface="Noto Sans KR"/>
            </a:endParaRPr>
          </a:p>
        </p:txBody>
      </p:sp>
      <p:sp>
        <p:nvSpPr>
          <p:cNvPr id="91" name="Google Shape;91;p9"/>
          <p:cNvSpPr/>
          <p:nvPr/>
        </p:nvSpPr>
        <p:spPr>
          <a:xfrm>
            <a:off x="1680488" y="2583180"/>
            <a:ext cx="4320262" cy="27305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B8B8BE"/>
              </a:buClr>
              <a:buSzPts val="1300"/>
              <a:buFont typeface="Noto Sans KR"/>
              <a:buNone/>
            </a:pPr>
            <a:r>
              <a:rPr lang="en-US" sz="1300">
                <a:solidFill>
                  <a:srgbClr val="B8B8BE"/>
                </a:solidFill>
                <a:latin typeface="Noto Sans KR"/>
                <a:ea typeface="Noto Sans KR"/>
                <a:cs typeface="Noto Sans KR"/>
                <a:sym typeface="Noto Sans KR"/>
              </a:rPr>
              <a:t>예매할 때마다 극장, 시간, 좌석을 처음부터 직접 골라야 함</a:t>
            </a:r>
            <a:endParaRPr sz="1300">
              <a:solidFill>
                <a:schemeClr val="lt1"/>
              </a:solidFill>
              <a:latin typeface="Noto Sans KR"/>
              <a:ea typeface="Noto Sans KR"/>
              <a:cs typeface="Noto Sans KR"/>
              <a:sym typeface="Noto Sans KR"/>
            </a:endParaRPr>
          </a:p>
        </p:txBody>
      </p:sp>
      <p:sp>
        <p:nvSpPr>
          <p:cNvPr id="92" name="Google Shape;92;p9"/>
          <p:cNvSpPr/>
          <p:nvPr/>
        </p:nvSpPr>
        <p:spPr>
          <a:xfrm>
            <a:off x="6188075" y="1976755"/>
            <a:ext cx="5187950" cy="1109980"/>
          </a:xfrm>
          <a:prstGeom prst="roundRect">
            <a:avLst>
              <a:gd name="adj" fmla="val 8867"/>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93" name="Google Shape;93;p9"/>
          <p:cNvSpPr/>
          <p:nvPr/>
        </p:nvSpPr>
        <p:spPr>
          <a:xfrm>
            <a:off x="6469380" y="2232661"/>
            <a:ext cx="518922" cy="43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6C543"/>
              </a:buClr>
              <a:buSzPts val="3200"/>
              <a:buFont typeface="Oswald"/>
              <a:buNone/>
            </a:pPr>
            <a:r>
              <a:rPr lang="en-US" sz="3200" b="1">
                <a:solidFill>
                  <a:srgbClr val="F6C543"/>
                </a:solidFill>
                <a:latin typeface="Oswald"/>
                <a:ea typeface="Oswald"/>
                <a:cs typeface="Oswald"/>
                <a:sym typeface="Oswald"/>
              </a:rPr>
              <a:t>02</a:t>
            </a:r>
            <a:endParaRPr sz="3200">
              <a:solidFill>
                <a:schemeClr val="lt1"/>
              </a:solidFill>
              <a:latin typeface="Noto Sans KR"/>
              <a:ea typeface="Noto Sans KR"/>
              <a:cs typeface="Noto Sans KR"/>
              <a:sym typeface="Noto Sans KR"/>
            </a:endParaRPr>
          </a:p>
        </p:txBody>
      </p:sp>
      <p:sp>
        <p:nvSpPr>
          <p:cNvPr id="94" name="Google Shape;94;p9"/>
          <p:cNvSpPr/>
          <p:nvPr/>
        </p:nvSpPr>
        <p:spPr>
          <a:xfrm>
            <a:off x="7105015" y="2232661"/>
            <a:ext cx="3708545" cy="299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800"/>
              <a:buFont typeface="Noto Sans KR"/>
              <a:buNone/>
            </a:pPr>
            <a:r>
              <a:rPr lang="en-US" sz="1800" b="1">
                <a:solidFill>
                  <a:srgbClr val="F5F5F7"/>
                </a:solidFill>
                <a:latin typeface="Noto Sans KR"/>
                <a:ea typeface="Noto Sans KR"/>
                <a:cs typeface="Noto Sans KR"/>
                <a:sym typeface="Noto Sans KR"/>
              </a:rPr>
              <a:t>좋은 좌석 경쟁</a:t>
            </a:r>
            <a:endParaRPr sz="1800">
              <a:solidFill>
                <a:schemeClr val="lt1"/>
              </a:solidFill>
              <a:latin typeface="Noto Sans KR"/>
              <a:ea typeface="Noto Sans KR"/>
              <a:cs typeface="Noto Sans KR"/>
              <a:sym typeface="Noto Sans KR"/>
            </a:endParaRPr>
          </a:p>
        </p:txBody>
      </p:sp>
      <p:sp>
        <p:nvSpPr>
          <p:cNvPr id="95" name="Google Shape;95;p9"/>
          <p:cNvSpPr/>
          <p:nvPr/>
        </p:nvSpPr>
        <p:spPr>
          <a:xfrm>
            <a:off x="7105015" y="2583180"/>
            <a:ext cx="4267835" cy="27305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B8B8BE"/>
              </a:buClr>
              <a:buSzPts val="1300"/>
              <a:buFont typeface="Noto Sans KR"/>
              <a:buNone/>
            </a:pPr>
            <a:r>
              <a:rPr lang="en-US" sz="1300">
                <a:solidFill>
                  <a:srgbClr val="B8B8BE"/>
                </a:solidFill>
                <a:latin typeface="Noto Sans KR"/>
                <a:ea typeface="Noto Sans KR"/>
                <a:cs typeface="Noto Sans KR"/>
                <a:sym typeface="Noto Sans KR"/>
              </a:rPr>
              <a:t>원하는 위치를 고르는 사이에 다른 사람이 먼저 가져감</a:t>
            </a:r>
            <a:endParaRPr sz="1300">
              <a:solidFill>
                <a:schemeClr val="lt1"/>
              </a:solidFill>
              <a:latin typeface="Noto Sans KR"/>
              <a:ea typeface="Noto Sans KR"/>
              <a:cs typeface="Noto Sans KR"/>
              <a:sym typeface="Noto Sans KR"/>
            </a:endParaRPr>
          </a:p>
        </p:txBody>
      </p:sp>
      <p:sp>
        <p:nvSpPr>
          <p:cNvPr id="96" name="Google Shape;96;p9"/>
          <p:cNvSpPr/>
          <p:nvPr/>
        </p:nvSpPr>
        <p:spPr>
          <a:xfrm>
            <a:off x="815975" y="3270886"/>
            <a:ext cx="5187950" cy="1109980"/>
          </a:xfrm>
          <a:prstGeom prst="roundRect">
            <a:avLst>
              <a:gd name="adj" fmla="val 8867"/>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97" name="Google Shape;97;p9"/>
          <p:cNvSpPr/>
          <p:nvPr/>
        </p:nvSpPr>
        <p:spPr>
          <a:xfrm>
            <a:off x="1097280" y="3526791"/>
            <a:ext cx="518922" cy="43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6C543"/>
              </a:buClr>
              <a:buSzPts val="3200"/>
              <a:buFont typeface="Oswald"/>
              <a:buNone/>
            </a:pPr>
            <a:r>
              <a:rPr lang="en-US" sz="3200" b="1">
                <a:solidFill>
                  <a:srgbClr val="F6C543"/>
                </a:solidFill>
                <a:latin typeface="Oswald"/>
                <a:ea typeface="Oswald"/>
                <a:cs typeface="Oswald"/>
                <a:sym typeface="Oswald"/>
              </a:rPr>
              <a:t>03</a:t>
            </a:r>
            <a:endParaRPr sz="3200">
              <a:solidFill>
                <a:schemeClr val="lt1"/>
              </a:solidFill>
              <a:latin typeface="Noto Sans KR"/>
              <a:ea typeface="Noto Sans KR"/>
              <a:cs typeface="Noto Sans KR"/>
              <a:sym typeface="Noto Sans KR"/>
            </a:endParaRPr>
          </a:p>
        </p:txBody>
      </p:sp>
      <p:sp>
        <p:nvSpPr>
          <p:cNvPr id="98" name="Google Shape;98;p9"/>
          <p:cNvSpPr/>
          <p:nvPr/>
        </p:nvSpPr>
        <p:spPr>
          <a:xfrm>
            <a:off x="1732915" y="3526791"/>
            <a:ext cx="3475908" cy="299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800"/>
              <a:buFont typeface="Noto Sans KR"/>
              <a:buNone/>
            </a:pPr>
            <a:r>
              <a:rPr lang="en-US" sz="1800" b="1">
                <a:solidFill>
                  <a:srgbClr val="F5F5F7"/>
                </a:solidFill>
                <a:latin typeface="Noto Sans KR"/>
                <a:ea typeface="Noto Sans KR"/>
                <a:cs typeface="Noto Sans KR"/>
                <a:sym typeface="Noto Sans KR"/>
              </a:rPr>
              <a:t>매진 후 취소표 확인</a:t>
            </a:r>
            <a:endParaRPr sz="1800">
              <a:solidFill>
                <a:schemeClr val="lt1"/>
              </a:solidFill>
              <a:latin typeface="Noto Sans KR"/>
              <a:ea typeface="Noto Sans KR"/>
              <a:cs typeface="Noto Sans KR"/>
              <a:sym typeface="Noto Sans KR"/>
            </a:endParaRPr>
          </a:p>
        </p:txBody>
      </p:sp>
      <p:sp>
        <p:nvSpPr>
          <p:cNvPr id="99" name="Google Shape;99;p9"/>
          <p:cNvSpPr/>
          <p:nvPr/>
        </p:nvSpPr>
        <p:spPr>
          <a:xfrm>
            <a:off x="1732915" y="3877311"/>
            <a:ext cx="4049602" cy="27305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B8B8BE"/>
              </a:buClr>
              <a:buSzPts val="1300"/>
              <a:buFont typeface="Noto Sans KR"/>
              <a:buNone/>
            </a:pPr>
            <a:r>
              <a:rPr lang="en-US" sz="1300">
                <a:solidFill>
                  <a:srgbClr val="B8B8BE"/>
                </a:solidFill>
                <a:latin typeface="Noto Sans KR"/>
                <a:ea typeface="Noto Sans KR"/>
                <a:cs typeface="Noto Sans KR"/>
                <a:sym typeface="Noto Sans KR"/>
              </a:rPr>
              <a:t>취소표가 나왔는지 계속 새로고침하며 확인해야 함</a:t>
            </a:r>
            <a:endParaRPr sz="1300">
              <a:solidFill>
                <a:schemeClr val="lt1"/>
              </a:solidFill>
              <a:latin typeface="Noto Sans KR"/>
              <a:ea typeface="Noto Sans KR"/>
              <a:cs typeface="Noto Sans KR"/>
              <a:sym typeface="Noto Sans KR"/>
            </a:endParaRPr>
          </a:p>
        </p:txBody>
      </p:sp>
      <p:sp>
        <p:nvSpPr>
          <p:cNvPr id="100" name="Google Shape;100;p9"/>
          <p:cNvSpPr/>
          <p:nvPr/>
        </p:nvSpPr>
        <p:spPr>
          <a:xfrm>
            <a:off x="6188075" y="3270886"/>
            <a:ext cx="5187950" cy="1109980"/>
          </a:xfrm>
          <a:prstGeom prst="roundRect">
            <a:avLst>
              <a:gd name="adj" fmla="val 8867"/>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101" name="Google Shape;101;p9"/>
          <p:cNvSpPr/>
          <p:nvPr/>
        </p:nvSpPr>
        <p:spPr>
          <a:xfrm>
            <a:off x="6469380" y="3526791"/>
            <a:ext cx="523780" cy="43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6C543"/>
              </a:buClr>
              <a:buSzPts val="3200"/>
              <a:buFont typeface="Oswald"/>
              <a:buNone/>
            </a:pPr>
            <a:r>
              <a:rPr lang="en-US" sz="3200" b="1">
                <a:solidFill>
                  <a:srgbClr val="F6C543"/>
                </a:solidFill>
                <a:latin typeface="Oswald"/>
                <a:ea typeface="Oswald"/>
                <a:cs typeface="Oswald"/>
                <a:sym typeface="Oswald"/>
              </a:rPr>
              <a:t>04</a:t>
            </a:r>
            <a:endParaRPr sz="3200">
              <a:solidFill>
                <a:schemeClr val="lt1"/>
              </a:solidFill>
              <a:latin typeface="Noto Sans KR"/>
              <a:ea typeface="Noto Sans KR"/>
              <a:cs typeface="Noto Sans KR"/>
              <a:sym typeface="Noto Sans KR"/>
            </a:endParaRPr>
          </a:p>
        </p:txBody>
      </p:sp>
      <p:sp>
        <p:nvSpPr>
          <p:cNvPr id="102" name="Google Shape;102;p9"/>
          <p:cNvSpPr/>
          <p:nvPr/>
        </p:nvSpPr>
        <p:spPr>
          <a:xfrm>
            <a:off x="7109063" y="3526791"/>
            <a:ext cx="3912241" cy="29972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800"/>
              <a:buFont typeface="Noto Sans KR"/>
              <a:buNone/>
            </a:pPr>
            <a:r>
              <a:rPr lang="en-US" sz="1800" b="1">
                <a:solidFill>
                  <a:srgbClr val="F5F5F7"/>
                </a:solidFill>
                <a:latin typeface="Noto Sans KR"/>
                <a:ea typeface="Noto Sans KR"/>
                <a:cs typeface="Noto Sans KR"/>
                <a:sym typeface="Noto Sans KR"/>
              </a:rPr>
              <a:t>예매 오픈 순간의 혼잡</a:t>
            </a:r>
            <a:endParaRPr sz="1800">
              <a:solidFill>
                <a:schemeClr val="lt1"/>
              </a:solidFill>
              <a:latin typeface="Noto Sans KR"/>
              <a:ea typeface="Noto Sans KR"/>
              <a:cs typeface="Noto Sans KR"/>
              <a:sym typeface="Noto Sans KR"/>
            </a:endParaRPr>
          </a:p>
        </p:txBody>
      </p:sp>
      <p:sp>
        <p:nvSpPr>
          <p:cNvPr id="103" name="Google Shape;103;p9"/>
          <p:cNvSpPr/>
          <p:nvPr/>
        </p:nvSpPr>
        <p:spPr>
          <a:xfrm>
            <a:off x="7109063" y="3877311"/>
            <a:ext cx="4263787" cy="27305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B8B8BE"/>
              </a:buClr>
              <a:buSzPts val="1300"/>
              <a:buFont typeface="Noto Sans KR"/>
              <a:buNone/>
            </a:pPr>
            <a:r>
              <a:rPr lang="en-US" sz="1300">
                <a:solidFill>
                  <a:srgbClr val="B8B8BE"/>
                </a:solidFill>
                <a:latin typeface="Noto Sans KR"/>
                <a:ea typeface="Noto Sans KR"/>
                <a:cs typeface="Noto Sans KR"/>
                <a:sym typeface="Noto Sans KR"/>
              </a:rPr>
              <a:t>사람이 몰리면 느려지고, 같은 좌석을 동시에 고르면 충돌</a:t>
            </a:r>
            <a:endParaRPr sz="1300">
              <a:solidFill>
                <a:schemeClr val="lt1"/>
              </a:solidFill>
              <a:latin typeface="Noto Sans KR"/>
              <a:ea typeface="Noto Sans KR"/>
              <a:cs typeface="Noto Sans KR"/>
              <a:sym typeface="Noto Sans KR"/>
            </a:endParaRPr>
          </a:p>
        </p:txBody>
      </p:sp>
      <p:sp>
        <p:nvSpPr>
          <p:cNvPr id="104" name="Google Shape;104;p9"/>
          <p:cNvSpPr/>
          <p:nvPr/>
        </p:nvSpPr>
        <p:spPr>
          <a:xfrm>
            <a:off x="812800" y="6238239"/>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105" name="Google Shape;105;p9"/>
          <p:cNvSpPr/>
          <p:nvPr/>
        </p:nvSpPr>
        <p:spPr>
          <a:xfrm>
            <a:off x="10058400" y="6238239"/>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03</a:t>
            </a:r>
            <a:endParaRPr sz="1200">
              <a:solidFill>
                <a:schemeClr val="lt1"/>
              </a:solidFill>
              <a:latin typeface="Noto Sans KR"/>
              <a:ea typeface="Noto Sans KR"/>
              <a:cs typeface="Noto Sans KR"/>
              <a:sym typeface="Noto Sans K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F11"/>
        </a:solidFill>
        <a:effectLst/>
      </p:bgPr>
    </p:bg>
    <p:spTree>
      <p:nvGrpSpPr>
        <p:cNvPr id="1" name="Shape 110"/>
        <p:cNvGrpSpPr/>
        <p:nvPr/>
      </p:nvGrpSpPr>
      <p:grpSpPr>
        <a:xfrm>
          <a:off x="0" y="0"/>
          <a:ext cx="0" cy="0"/>
          <a:chOff x="0" y="0"/>
          <a:chExt cx="0" cy="0"/>
        </a:xfrm>
      </p:grpSpPr>
      <p:sp>
        <p:nvSpPr>
          <p:cNvPr id="111" name="Google Shape;111;p10"/>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112" name="Google Shape;112;p10"/>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sz="1400" b="1" spc="200">
                <a:solidFill>
                  <a:srgbClr val="F6C543"/>
                </a:solidFill>
                <a:latin typeface="Oswald"/>
                <a:ea typeface="Oswald"/>
                <a:cs typeface="Oswald"/>
                <a:sym typeface="Oswald"/>
              </a:rPr>
              <a:t>01 / 프로젝트 소개</a:t>
            </a:r>
            <a:endParaRPr sz="1400">
              <a:solidFill>
                <a:schemeClr val="lt1"/>
              </a:solidFill>
              <a:latin typeface="Noto Sans KR"/>
              <a:ea typeface="Noto Sans KR"/>
              <a:cs typeface="Noto Sans KR"/>
              <a:sym typeface="Noto Sans KR"/>
            </a:endParaRPr>
          </a:p>
        </p:txBody>
      </p:sp>
      <p:sp>
        <p:nvSpPr>
          <p:cNvPr id="113" name="Google Shape;113;p10"/>
          <p:cNvSpPr txBox="1">
            <a:spLocks noGrp="1"/>
          </p:cNvSpPr>
          <p:nvPr>
            <p:ph type="title"/>
          </p:nvPr>
        </p:nvSpPr>
        <p:spPr>
          <a:xfrm>
            <a:off x="812800" y="1150621"/>
            <a:ext cx="10883392" cy="49276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F5F5F7"/>
              </a:buClr>
              <a:buSzPts val="3200"/>
              <a:buFont typeface="Noto Sans KR"/>
              <a:buNone/>
            </a:pPr>
            <a:r>
              <a:rPr lang="en-US" sz="3200" b="1" i="0" spc="-50">
                <a:solidFill>
                  <a:srgbClr val="F5F5F7"/>
                </a:solidFill>
                <a:latin typeface="Noto Sans KR"/>
                <a:ea typeface="Noto Sans KR"/>
                <a:cs typeface="Noto Sans KR"/>
                <a:sym typeface="Noto Sans KR"/>
              </a:rPr>
              <a:t>선호는 한 번, 예매는 자동으로</a:t>
            </a:r>
            <a:endParaRPr sz="3200"/>
          </a:p>
        </p:txBody>
      </p:sp>
      <p:sp>
        <p:nvSpPr>
          <p:cNvPr id="114" name="Google Shape;114;p10"/>
          <p:cNvSpPr/>
          <p:nvPr/>
        </p:nvSpPr>
        <p:spPr>
          <a:xfrm>
            <a:off x="815975" y="1925957"/>
            <a:ext cx="2520950" cy="1888490"/>
          </a:xfrm>
          <a:prstGeom prst="roundRect">
            <a:avLst>
              <a:gd name="adj" fmla="val 5212"/>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15" name="Google Shape;115;p10" descr="Settings"/>
          <p:cNvPicPr preferRelativeResize="0"/>
          <p:nvPr/>
        </p:nvPicPr>
        <p:blipFill rotWithShape="1">
          <a:blip r:embed="rId3">
            <a:alphaModFix/>
          </a:blip>
          <a:srcRect/>
          <a:stretch/>
        </p:blipFill>
        <p:spPr>
          <a:xfrm>
            <a:off x="1046480" y="2156461"/>
            <a:ext cx="304800" cy="304800"/>
          </a:xfrm>
          <a:prstGeom prst="rect">
            <a:avLst/>
          </a:prstGeom>
          <a:noFill/>
          <a:ln>
            <a:noFill/>
          </a:ln>
        </p:spPr>
      </p:pic>
      <p:sp>
        <p:nvSpPr>
          <p:cNvPr id="116" name="Google Shape;116;p10"/>
          <p:cNvSpPr/>
          <p:nvPr/>
        </p:nvSpPr>
        <p:spPr>
          <a:xfrm>
            <a:off x="1046480" y="2550161"/>
            <a:ext cx="2121738"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700"/>
              <a:buFont typeface="Noto Sans KR"/>
              <a:buNone/>
            </a:pPr>
            <a:r>
              <a:rPr lang="en-US" sz="1700" b="1">
                <a:solidFill>
                  <a:srgbClr val="F5F5F7"/>
                </a:solidFill>
                <a:latin typeface="Noto Sans KR"/>
                <a:ea typeface="Noto Sans KR"/>
                <a:cs typeface="Noto Sans KR"/>
                <a:sym typeface="Noto Sans KR"/>
              </a:rPr>
              <a:t>선호 설정</a:t>
            </a:r>
            <a:endParaRPr sz="1700">
              <a:solidFill>
                <a:schemeClr val="lt1"/>
              </a:solidFill>
              <a:latin typeface="Noto Sans KR"/>
              <a:ea typeface="Noto Sans KR"/>
              <a:cs typeface="Noto Sans KR"/>
              <a:sym typeface="Noto Sans KR"/>
            </a:endParaRPr>
          </a:p>
        </p:txBody>
      </p:sp>
      <p:sp>
        <p:nvSpPr>
          <p:cNvPr id="117" name="Google Shape;117;p10"/>
          <p:cNvSpPr/>
          <p:nvPr/>
        </p:nvSpPr>
        <p:spPr>
          <a:xfrm>
            <a:off x="1046480" y="2898139"/>
            <a:ext cx="2121738" cy="7112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선호 영화관과 좌석 구역 6개 순위를 한 번 저장, 거리 기반 극장 추천</a:t>
            </a:r>
            <a:endParaRPr sz="1200">
              <a:solidFill>
                <a:schemeClr val="lt1"/>
              </a:solidFill>
              <a:latin typeface="Noto Sans KR"/>
              <a:ea typeface="Noto Sans KR"/>
              <a:cs typeface="Noto Sans KR"/>
              <a:sym typeface="Noto Sans KR"/>
            </a:endParaRPr>
          </a:p>
        </p:txBody>
      </p:sp>
      <p:sp>
        <p:nvSpPr>
          <p:cNvPr id="118" name="Google Shape;118;p10"/>
          <p:cNvSpPr/>
          <p:nvPr/>
        </p:nvSpPr>
        <p:spPr>
          <a:xfrm>
            <a:off x="3495675" y="1925957"/>
            <a:ext cx="2520950" cy="1888490"/>
          </a:xfrm>
          <a:prstGeom prst="roundRect">
            <a:avLst>
              <a:gd name="adj" fmla="val 5212"/>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19" name="Google Shape;119;p10" descr="Search"/>
          <p:cNvPicPr preferRelativeResize="0"/>
          <p:nvPr/>
        </p:nvPicPr>
        <p:blipFill rotWithShape="1">
          <a:blip r:embed="rId4">
            <a:alphaModFix/>
          </a:blip>
          <a:srcRect/>
          <a:stretch/>
        </p:blipFill>
        <p:spPr>
          <a:xfrm>
            <a:off x="3726180" y="2156461"/>
            <a:ext cx="304800" cy="304800"/>
          </a:xfrm>
          <a:prstGeom prst="rect">
            <a:avLst/>
          </a:prstGeom>
          <a:noFill/>
          <a:ln>
            <a:noFill/>
          </a:ln>
        </p:spPr>
      </p:pic>
      <p:sp>
        <p:nvSpPr>
          <p:cNvPr id="120" name="Google Shape;120;p10"/>
          <p:cNvSpPr/>
          <p:nvPr/>
        </p:nvSpPr>
        <p:spPr>
          <a:xfrm>
            <a:off x="3726180" y="2550161"/>
            <a:ext cx="2121738"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700"/>
              <a:buFont typeface="Noto Sans KR"/>
              <a:buNone/>
            </a:pPr>
            <a:r>
              <a:rPr lang="en-US" sz="1700" b="1">
                <a:solidFill>
                  <a:srgbClr val="F5F5F7"/>
                </a:solidFill>
                <a:latin typeface="Noto Sans KR"/>
                <a:ea typeface="Noto Sans KR"/>
                <a:cs typeface="Noto Sans KR"/>
                <a:sym typeface="Noto Sans KR"/>
              </a:rPr>
              <a:t>스마트예매</a:t>
            </a:r>
            <a:endParaRPr sz="1700">
              <a:solidFill>
                <a:schemeClr val="lt1"/>
              </a:solidFill>
              <a:latin typeface="Noto Sans KR"/>
              <a:ea typeface="Noto Sans KR"/>
              <a:cs typeface="Noto Sans KR"/>
              <a:sym typeface="Noto Sans KR"/>
            </a:endParaRPr>
          </a:p>
        </p:txBody>
      </p:sp>
      <p:sp>
        <p:nvSpPr>
          <p:cNvPr id="121" name="Google Shape;121;p10"/>
          <p:cNvSpPr/>
          <p:nvPr/>
        </p:nvSpPr>
        <p:spPr>
          <a:xfrm>
            <a:off x="3726180" y="2898139"/>
            <a:ext cx="2121738" cy="482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선호 조건에 맞는 좌석 후보를 자동 탐색·선점</a:t>
            </a:r>
            <a:endParaRPr sz="1200">
              <a:solidFill>
                <a:schemeClr val="lt1"/>
              </a:solidFill>
              <a:latin typeface="Noto Sans KR"/>
              <a:ea typeface="Noto Sans KR"/>
              <a:cs typeface="Noto Sans KR"/>
              <a:sym typeface="Noto Sans KR"/>
            </a:endParaRPr>
          </a:p>
        </p:txBody>
      </p:sp>
      <p:sp>
        <p:nvSpPr>
          <p:cNvPr id="122" name="Google Shape;122;p10"/>
          <p:cNvSpPr/>
          <p:nvPr/>
        </p:nvSpPr>
        <p:spPr>
          <a:xfrm>
            <a:off x="6175375" y="1925957"/>
            <a:ext cx="2520950" cy="1888490"/>
          </a:xfrm>
          <a:prstGeom prst="roundRect">
            <a:avLst>
              <a:gd name="adj" fmla="val 5212"/>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23" name="Google Shape;123;p10" descr="Clock"/>
          <p:cNvPicPr preferRelativeResize="0"/>
          <p:nvPr/>
        </p:nvPicPr>
        <p:blipFill rotWithShape="1">
          <a:blip r:embed="rId5">
            <a:alphaModFix/>
          </a:blip>
          <a:srcRect/>
          <a:stretch/>
        </p:blipFill>
        <p:spPr>
          <a:xfrm>
            <a:off x="6405880" y="2156461"/>
            <a:ext cx="304800" cy="304800"/>
          </a:xfrm>
          <a:prstGeom prst="rect">
            <a:avLst/>
          </a:prstGeom>
          <a:noFill/>
          <a:ln>
            <a:noFill/>
          </a:ln>
        </p:spPr>
      </p:pic>
      <p:sp>
        <p:nvSpPr>
          <p:cNvPr id="124" name="Google Shape;124;p10"/>
          <p:cNvSpPr/>
          <p:nvPr/>
        </p:nvSpPr>
        <p:spPr>
          <a:xfrm>
            <a:off x="6405880" y="2550161"/>
            <a:ext cx="2121738"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700"/>
              <a:buFont typeface="Noto Sans KR"/>
              <a:buNone/>
            </a:pPr>
            <a:r>
              <a:rPr lang="en-US" sz="1700" b="1">
                <a:solidFill>
                  <a:srgbClr val="F5F5F7"/>
                </a:solidFill>
                <a:latin typeface="Noto Sans KR"/>
                <a:ea typeface="Noto Sans KR"/>
                <a:cs typeface="Noto Sans KR"/>
                <a:sym typeface="Noto Sans KR"/>
              </a:rPr>
              <a:t>취소표 대기</a:t>
            </a:r>
            <a:endParaRPr sz="1700">
              <a:solidFill>
                <a:schemeClr val="lt1"/>
              </a:solidFill>
              <a:latin typeface="Noto Sans KR"/>
              <a:ea typeface="Noto Sans KR"/>
              <a:cs typeface="Noto Sans KR"/>
              <a:sym typeface="Noto Sans KR"/>
            </a:endParaRPr>
          </a:p>
        </p:txBody>
      </p:sp>
      <p:sp>
        <p:nvSpPr>
          <p:cNvPr id="125" name="Google Shape;125;p10"/>
          <p:cNvSpPr/>
          <p:nvPr/>
        </p:nvSpPr>
        <p:spPr>
          <a:xfrm>
            <a:off x="6405880" y="2898139"/>
            <a:ext cx="2121738" cy="482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구역별 순번 발급, 자리가 나면 자동 선점하고 실시간 알림</a:t>
            </a:r>
            <a:endParaRPr sz="1200">
              <a:solidFill>
                <a:schemeClr val="lt1"/>
              </a:solidFill>
              <a:latin typeface="Noto Sans KR"/>
              <a:ea typeface="Noto Sans KR"/>
              <a:cs typeface="Noto Sans KR"/>
              <a:sym typeface="Noto Sans KR"/>
            </a:endParaRPr>
          </a:p>
        </p:txBody>
      </p:sp>
      <p:sp>
        <p:nvSpPr>
          <p:cNvPr id="126" name="Google Shape;126;p10"/>
          <p:cNvSpPr/>
          <p:nvPr/>
        </p:nvSpPr>
        <p:spPr>
          <a:xfrm>
            <a:off x="8855075" y="1925957"/>
            <a:ext cx="2520950" cy="1888490"/>
          </a:xfrm>
          <a:prstGeom prst="roundRect">
            <a:avLst>
              <a:gd name="adj" fmla="val 5212"/>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27" name="Google Shape;127;p10" descr="Lock"/>
          <p:cNvPicPr preferRelativeResize="0"/>
          <p:nvPr/>
        </p:nvPicPr>
        <p:blipFill rotWithShape="1">
          <a:blip r:embed="rId6">
            <a:alphaModFix/>
          </a:blip>
          <a:srcRect/>
          <a:stretch/>
        </p:blipFill>
        <p:spPr>
          <a:xfrm>
            <a:off x="9085580" y="2156461"/>
            <a:ext cx="304800" cy="304800"/>
          </a:xfrm>
          <a:prstGeom prst="rect">
            <a:avLst/>
          </a:prstGeom>
          <a:noFill/>
          <a:ln>
            <a:noFill/>
          </a:ln>
        </p:spPr>
      </p:pic>
      <p:sp>
        <p:nvSpPr>
          <p:cNvPr id="128" name="Google Shape;128;p10"/>
          <p:cNvSpPr/>
          <p:nvPr/>
        </p:nvSpPr>
        <p:spPr>
          <a:xfrm>
            <a:off x="9085580" y="2550161"/>
            <a:ext cx="2121738" cy="2844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700"/>
              <a:buFont typeface="Noto Sans KR"/>
              <a:buNone/>
            </a:pPr>
            <a:r>
              <a:rPr lang="en-US" sz="1700" b="1">
                <a:solidFill>
                  <a:srgbClr val="F5F5F7"/>
                </a:solidFill>
                <a:latin typeface="Noto Sans KR"/>
                <a:ea typeface="Noto Sans KR"/>
                <a:cs typeface="Noto Sans KR"/>
                <a:sym typeface="Noto Sans KR"/>
              </a:rPr>
              <a:t>동시성 제어</a:t>
            </a:r>
            <a:endParaRPr sz="1700">
              <a:solidFill>
                <a:schemeClr val="lt1"/>
              </a:solidFill>
              <a:latin typeface="Noto Sans KR"/>
              <a:ea typeface="Noto Sans KR"/>
              <a:cs typeface="Noto Sans KR"/>
              <a:sym typeface="Noto Sans KR"/>
            </a:endParaRPr>
          </a:p>
        </p:txBody>
      </p:sp>
      <p:sp>
        <p:nvSpPr>
          <p:cNvPr id="129" name="Google Shape;129;p10"/>
          <p:cNvSpPr/>
          <p:nvPr/>
        </p:nvSpPr>
        <p:spPr>
          <a:xfrm>
            <a:off x="9085580" y="2898139"/>
            <a:ext cx="2121738" cy="482600"/>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같은 좌석에 동시에 요청해도 한 명만 선점, 중복 예매 방지</a:t>
            </a:r>
            <a:endParaRPr sz="1200">
              <a:solidFill>
                <a:schemeClr val="lt1"/>
              </a:solidFill>
              <a:latin typeface="Noto Sans KR"/>
              <a:ea typeface="Noto Sans KR"/>
              <a:cs typeface="Noto Sans KR"/>
              <a:sym typeface="Noto Sans KR"/>
            </a:endParaRPr>
          </a:p>
        </p:txBody>
      </p:sp>
      <p:sp>
        <p:nvSpPr>
          <p:cNvPr id="130" name="Google Shape;130;p10"/>
          <p:cNvSpPr/>
          <p:nvPr/>
        </p:nvSpPr>
        <p:spPr>
          <a:xfrm>
            <a:off x="812800" y="4122421"/>
            <a:ext cx="10566400" cy="889000"/>
          </a:xfrm>
          <a:prstGeom prst="roundRect">
            <a:avLst>
              <a:gd name="adj" fmla="val 11429"/>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131" name="Google Shape;131;p10"/>
          <p:cNvSpPr/>
          <p:nvPr/>
        </p:nvSpPr>
        <p:spPr>
          <a:xfrm>
            <a:off x="1117600" y="4433571"/>
            <a:ext cx="954286" cy="2921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14161B"/>
              </a:buClr>
              <a:buSzPts val="1500"/>
              <a:buFont typeface="Oswald"/>
              <a:buNone/>
            </a:pPr>
            <a:r>
              <a:rPr lang="en-US" sz="1500" b="1" spc="150">
                <a:solidFill>
                  <a:srgbClr val="14161B"/>
                </a:solidFill>
                <a:latin typeface="Oswald"/>
                <a:ea typeface="Oswald"/>
                <a:cs typeface="Oswald"/>
                <a:sym typeface="Oswald"/>
              </a:rPr>
              <a:t>STRATEGY</a:t>
            </a:r>
            <a:endParaRPr sz="1500">
              <a:solidFill>
                <a:schemeClr val="lt1"/>
              </a:solidFill>
              <a:latin typeface="Noto Sans KR"/>
              <a:ea typeface="Noto Sans KR"/>
              <a:cs typeface="Noto Sans KR"/>
              <a:sym typeface="Noto Sans KR"/>
            </a:endParaRPr>
          </a:p>
        </p:txBody>
      </p:sp>
      <p:sp>
        <p:nvSpPr>
          <p:cNvPr id="132" name="Google Shape;132;p10"/>
          <p:cNvSpPr/>
          <p:nvPr/>
        </p:nvSpPr>
        <p:spPr>
          <a:xfrm>
            <a:off x="2224286" y="4325621"/>
            <a:ext cx="482600" cy="482600"/>
          </a:xfrm>
          <a:prstGeom prst="roundRect">
            <a:avLst>
              <a:gd name="adj" fmla="val 18421"/>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33" name="Google Shape;133;p10" descr="MySQL 로고"/>
          <p:cNvPicPr preferRelativeResize="0"/>
          <p:nvPr/>
        </p:nvPicPr>
        <p:blipFill rotWithShape="1">
          <a:blip r:embed="rId7">
            <a:alphaModFix/>
          </a:blip>
          <a:srcRect/>
          <a:stretch/>
        </p:blipFill>
        <p:spPr>
          <a:xfrm>
            <a:off x="2300486" y="4401821"/>
            <a:ext cx="330200" cy="330200"/>
          </a:xfrm>
          <a:prstGeom prst="rect">
            <a:avLst/>
          </a:prstGeom>
          <a:noFill/>
          <a:ln>
            <a:noFill/>
          </a:ln>
        </p:spPr>
      </p:pic>
      <p:sp>
        <p:nvSpPr>
          <p:cNvPr id="134" name="Google Shape;134;p10"/>
          <p:cNvSpPr/>
          <p:nvPr/>
        </p:nvSpPr>
        <p:spPr>
          <a:xfrm>
            <a:off x="2821186" y="4326889"/>
            <a:ext cx="1276588" cy="50546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14161B"/>
              </a:buClr>
              <a:buSzPts val="1400"/>
              <a:buFont typeface="Noto Sans KR"/>
              <a:buNone/>
            </a:pPr>
            <a:r>
              <a:rPr lang="en-US" sz="1400" b="1">
                <a:solidFill>
                  <a:srgbClr val="14161B"/>
                </a:solidFill>
                <a:latin typeface="Noto Sans KR"/>
                <a:ea typeface="Noto Sans KR"/>
                <a:cs typeface="Noto Sans KR"/>
                <a:sym typeface="Noto Sans KR"/>
              </a:rPr>
              <a:t>MySQL로</a:t>
            </a:r>
            <a:endParaRPr sz="1400">
              <a:solidFill>
                <a:schemeClr val="lt1"/>
              </a:solidFill>
              <a:latin typeface="Noto Sans KR"/>
              <a:ea typeface="Noto Sans KR"/>
              <a:cs typeface="Noto Sans KR"/>
              <a:sym typeface="Noto Sans KR"/>
            </a:endParaRPr>
          </a:p>
          <a:p>
            <a:pPr marL="0" marR="0" lvl="0" indent="0" algn="l" rtl="0">
              <a:lnSpc>
                <a:spcPct val="135000"/>
              </a:lnSpc>
              <a:spcBef>
                <a:spcPts val="0"/>
              </a:spcBef>
              <a:spcAft>
                <a:spcPts val="0"/>
              </a:spcAft>
              <a:buClr>
                <a:srgbClr val="14161B"/>
              </a:buClr>
              <a:buSzPts val="1400"/>
              <a:buFont typeface="Noto Sans KR"/>
              <a:buNone/>
            </a:pPr>
            <a:r>
              <a:rPr lang="en-US" sz="1400" b="1">
                <a:solidFill>
                  <a:srgbClr val="14161B"/>
                </a:solidFill>
                <a:latin typeface="Noto Sans KR"/>
                <a:ea typeface="Noto Sans KR"/>
                <a:cs typeface="Noto Sans KR"/>
                <a:sym typeface="Noto Sans KR"/>
              </a:rPr>
              <a:t>예매 시스템 구현</a:t>
            </a:r>
            <a:endParaRPr sz="1400">
              <a:solidFill>
                <a:schemeClr val="lt1"/>
              </a:solidFill>
              <a:latin typeface="Noto Sans KR"/>
              <a:ea typeface="Noto Sans KR"/>
              <a:cs typeface="Noto Sans KR"/>
              <a:sym typeface="Noto Sans KR"/>
            </a:endParaRPr>
          </a:p>
        </p:txBody>
      </p:sp>
      <p:pic>
        <p:nvPicPr>
          <p:cNvPr id="135" name="Google Shape;135;p10" descr="arrow-right"/>
          <p:cNvPicPr preferRelativeResize="0"/>
          <p:nvPr/>
        </p:nvPicPr>
        <p:blipFill rotWithShape="1">
          <a:blip r:embed="rId8">
            <a:alphaModFix/>
          </a:blip>
          <a:srcRect/>
          <a:stretch/>
        </p:blipFill>
        <p:spPr>
          <a:xfrm>
            <a:off x="4888349" y="4478021"/>
            <a:ext cx="355600" cy="177800"/>
          </a:xfrm>
          <a:prstGeom prst="rect">
            <a:avLst/>
          </a:prstGeom>
          <a:noFill/>
          <a:ln>
            <a:noFill/>
          </a:ln>
        </p:spPr>
      </p:pic>
      <p:sp>
        <p:nvSpPr>
          <p:cNvPr id="136" name="Google Shape;136;p10"/>
          <p:cNvSpPr/>
          <p:nvPr/>
        </p:nvSpPr>
        <p:spPr>
          <a:xfrm>
            <a:off x="6085364" y="4325621"/>
            <a:ext cx="482600" cy="482600"/>
          </a:xfrm>
          <a:prstGeom prst="roundRect">
            <a:avLst>
              <a:gd name="adj" fmla="val 18421"/>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37" name="Google Shape;137;p10" descr="Redis 로고"/>
          <p:cNvPicPr preferRelativeResize="0"/>
          <p:nvPr/>
        </p:nvPicPr>
        <p:blipFill rotWithShape="1">
          <a:blip r:embed="rId9">
            <a:alphaModFix/>
          </a:blip>
          <a:srcRect/>
          <a:stretch/>
        </p:blipFill>
        <p:spPr>
          <a:xfrm>
            <a:off x="6161564" y="4401821"/>
            <a:ext cx="330200" cy="330200"/>
          </a:xfrm>
          <a:prstGeom prst="rect">
            <a:avLst/>
          </a:prstGeom>
          <a:noFill/>
          <a:ln>
            <a:noFill/>
          </a:ln>
        </p:spPr>
      </p:pic>
      <p:sp>
        <p:nvSpPr>
          <p:cNvPr id="138" name="Google Shape;138;p10"/>
          <p:cNvSpPr/>
          <p:nvPr/>
        </p:nvSpPr>
        <p:spPr>
          <a:xfrm>
            <a:off x="6682264" y="4326889"/>
            <a:ext cx="745490" cy="50546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14161B"/>
              </a:buClr>
              <a:buSzPts val="1400"/>
              <a:buFont typeface="Noto Sans KR"/>
              <a:buNone/>
            </a:pPr>
            <a:r>
              <a:rPr lang="en-US" sz="1400" b="1">
                <a:solidFill>
                  <a:srgbClr val="14161B"/>
                </a:solidFill>
                <a:latin typeface="Noto Sans KR"/>
                <a:ea typeface="Noto Sans KR"/>
                <a:cs typeface="Noto Sans KR"/>
                <a:sym typeface="Noto Sans KR"/>
              </a:rPr>
              <a:t>Redis로</a:t>
            </a:r>
            <a:endParaRPr sz="1400">
              <a:solidFill>
                <a:schemeClr val="lt1"/>
              </a:solidFill>
              <a:latin typeface="Noto Sans KR"/>
              <a:ea typeface="Noto Sans KR"/>
              <a:cs typeface="Noto Sans KR"/>
              <a:sym typeface="Noto Sans KR"/>
            </a:endParaRPr>
          </a:p>
          <a:p>
            <a:pPr marL="0" marR="0" lvl="0" indent="0" algn="l" rtl="0">
              <a:lnSpc>
                <a:spcPct val="135000"/>
              </a:lnSpc>
              <a:spcBef>
                <a:spcPts val="0"/>
              </a:spcBef>
              <a:spcAft>
                <a:spcPts val="0"/>
              </a:spcAft>
              <a:buClr>
                <a:srgbClr val="14161B"/>
              </a:buClr>
              <a:buSzPts val="1400"/>
              <a:buFont typeface="Noto Sans KR"/>
              <a:buNone/>
            </a:pPr>
            <a:r>
              <a:rPr lang="en-US" sz="1400" b="1">
                <a:solidFill>
                  <a:srgbClr val="14161B"/>
                </a:solidFill>
                <a:latin typeface="Noto Sans KR"/>
                <a:ea typeface="Noto Sans KR"/>
                <a:cs typeface="Noto Sans KR"/>
                <a:sym typeface="Noto Sans KR"/>
              </a:rPr>
              <a:t>성능 개선</a:t>
            </a:r>
            <a:endParaRPr sz="1400">
              <a:solidFill>
                <a:schemeClr val="lt1"/>
              </a:solidFill>
              <a:latin typeface="Noto Sans KR"/>
              <a:ea typeface="Noto Sans KR"/>
              <a:cs typeface="Noto Sans KR"/>
              <a:sym typeface="Noto Sans KR"/>
            </a:endParaRPr>
          </a:p>
        </p:txBody>
      </p:sp>
      <p:pic>
        <p:nvPicPr>
          <p:cNvPr id="139" name="Google Shape;139;p10" descr="arrow-right"/>
          <p:cNvPicPr preferRelativeResize="0"/>
          <p:nvPr/>
        </p:nvPicPr>
        <p:blipFill rotWithShape="1">
          <a:blip r:embed="rId8">
            <a:alphaModFix/>
          </a:blip>
          <a:srcRect/>
          <a:stretch/>
        </p:blipFill>
        <p:spPr>
          <a:xfrm>
            <a:off x="8218329" y="4478021"/>
            <a:ext cx="355600" cy="177800"/>
          </a:xfrm>
          <a:prstGeom prst="rect">
            <a:avLst/>
          </a:prstGeom>
          <a:noFill/>
          <a:ln>
            <a:noFill/>
          </a:ln>
        </p:spPr>
      </p:pic>
      <p:sp>
        <p:nvSpPr>
          <p:cNvPr id="140" name="Google Shape;140;p10"/>
          <p:cNvSpPr/>
          <p:nvPr/>
        </p:nvSpPr>
        <p:spPr>
          <a:xfrm>
            <a:off x="9415304" y="4325621"/>
            <a:ext cx="482600" cy="482600"/>
          </a:xfrm>
          <a:prstGeom prst="roundRect">
            <a:avLst>
              <a:gd name="adj" fmla="val 18421"/>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41" name="Google Shape;141;p10" descr="k6 로고"/>
          <p:cNvPicPr preferRelativeResize="0"/>
          <p:nvPr/>
        </p:nvPicPr>
        <p:blipFill rotWithShape="1">
          <a:blip r:embed="rId10">
            <a:alphaModFix/>
          </a:blip>
          <a:srcRect/>
          <a:stretch/>
        </p:blipFill>
        <p:spPr>
          <a:xfrm>
            <a:off x="9491504" y="4401821"/>
            <a:ext cx="330200" cy="330200"/>
          </a:xfrm>
          <a:prstGeom prst="rect">
            <a:avLst/>
          </a:prstGeom>
          <a:noFill/>
          <a:ln>
            <a:noFill/>
          </a:ln>
        </p:spPr>
      </p:pic>
      <p:sp>
        <p:nvSpPr>
          <p:cNvPr id="142" name="Google Shape;142;p10"/>
          <p:cNvSpPr/>
          <p:nvPr/>
        </p:nvSpPr>
        <p:spPr>
          <a:xfrm>
            <a:off x="10012204" y="4326889"/>
            <a:ext cx="1112996" cy="50546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14161B"/>
              </a:buClr>
              <a:buSzPts val="1400"/>
              <a:buFont typeface="Noto Sans KR"/>
              <a:buNone/>
            </a:pPr>
            <a:r>
              <a:rPr lang="en-US" sz="1400" b="1">
                <a:solidFill>
                  <a:srgbClr val="14161B"/>
                </a:solidFill>
                <a:latin typeface="Noto Sans KR"/>
                <a:ea typeface="Noto Sans KR"/>
                <a:cs typeface="Noto Sans KR"/>
                <a:sym typeface="Noto Sans KR"/>
              </a:rPr>
              <a:t>k6로</a:t>
            </a:r>
            <a:endParaRPr sz="1400">
              <a:solidFill>
                <a:schemeClr val="lt1"/>
              </a:solidFill>
              <a:latin typeface="Noto Sans KR"/>
              <a:ea typeface="Noto Sans KR"/>
              <a:cs typeface="Noto Sans KR"/>
              <a:sym typeface="Noto Sans KR"/>
            </a:endParaRPr>
          </a:p>
          <a:p>
            <a:pPr marL="0" marR="0" lvl="0" indent="0" algn="l" rtl="0">
              <a:lnSpc>
                <a:spcPct val="135000"/>
              </a:lnSpc>
              <a:spcBef>
                <a:spcPts val="0"/>
              </a:spcBef>
              <a:spcAft>
                <a:spcPts val="0"/>
              </a:spcAft>
              <a:buClr>
                <a:srgbClr val="14161B"/>
              </a:buClr>
              <a:buSzPts val="1400"/>
              <a:buFont typeface="Noto Sans KR"/>
              <a:buNone/>
            </a:pPr>
            <a:r>
              <a:rPr lang="en-US" sz="1400" b="1">
                <a:solidFill>
                  <a:srgbClr val="14161B"/>
                </a:solidFill>
                <a:latin typeface="Noto Sans KR"/>
                <a:ea typeface="Noto Sans KR"/>
                <a:cs typeface="Noto Sans KR"/>
                <a:sym typeface="Noto Sans KR"/>
              </a:rPr>
              <a:t>전후 성능 비교</a:t>
            </a:r>
            <a:endParaRPr sz="1400">
              <a:solidFill>
                <a:schemeClr val="lt1"/>
              </a:solidFill>
              <a:latin typeface="Noto Sans KR"/>
              <a:ea typeface="Noto Sans KR"/>
              <a:cs typeface="Noto Sans KR"/>
              <a:sym typeface="Noto Sans KR"/>
            </a:endParaRPr>
          </a:p>
        </p:txBody>
      </p:sp>
      <p:sp>
        <p:nvSpPr>
          <p:cNvPr id="143" name="Google Shape;143;p10"/>
          <p:cNvSpPr/>
          <p:nvPr/>
        </p:nvSpPr>
        <p:spPr>
          <a:xfrm>
            <a:off x="812800" y="6238239"/>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144" name="Google Shape;144;p10"/>
          <p:cNvSpPr/>
          <p:nvPr/>
        </p:nvSpPr>
        <p:spPr>
          <a:xfrm>
            <a:off x="10058400" y="6238239"/>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04</a:t>
            </a:r>
            <a:endParaRPr sz="1200">
              <a:solidFill>
                <a:schemeClr val="lt1"/>
              </a:solidFill>
              <a:latin typeface="Noto Sans KR"/>
              <a:ea typeface="Noto Sans KR"/>
              <a:cs typeface="Noto Sans KR"/>
              <a:sym typeface="Noto Sans K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F11"/>
        </a:solidFill>
        <a:effectLst/>
      </p:bgPr>
    </p:bg>
    <p:spTree>
      <p:nvGrpSpPr>
        <p:cNvPr id="1" name="Shape 149"/>
        <p:cNvGrpSpPr/>
        <p:nvPr/>
      </p:nvGrpSpPr>
      <p:grpSpPr>
        <a:xfrm>
          <a:off x="0" y="0"/>
          <a:ext cx="0" cy="0"/>
          <a:chOff x="0" y="0"/>
          <a:chExt cx="0" cy="0"/>
        </a:xfrm>
      </p:grpSpPr>
      <p:sp>
        <p:nvSpPr>
          <p:cNvPr id="150" name="Google Shape;150;p11"/>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151" name="Google Shape;151;p11"/>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sz="1400" b="1" spc="200">
                <a:solidFill>
                  <a:srgbClr val="F6C543"/>
                </a:solidFill>
                <a:latin typeface="Oswald"/>
                <a:ea typeface="Oswald"/>
                <a:cs typeface="Oswald"/>
                <a:sym typeface="Oswald"/>
              </a:rPr>
              <a:t>01 / 프로젝트 소개</a:t>
            </a:r>
            <a:endParaRPr sz="1400">
              <a:solidFill>
                <a:schemeClr val="lt1"/>
              </a:solidFill>
              <a:latin typeface="Noto Sans KR"/>
              <a:ea typeface="Noto Sans KR"/>
              <a:cs typeface="Noto Sans KR"/>
              <a:sym typeface="Noto Sans KR"/>
            </a:endParaRPr>
          </a:p>
        </p:txBody>
      </p:sp>
      <p:sp>
        <p:nvSpPr>
          <p:cNvPr id="152" name="Google Shape;152;p11"/>
          <p:cNvSpPr txBox="1">
            <a:spLocks noGrp="1"/>
          </p:cNvSpPr>
          <p:nvPr>
            <p:ph type="title"/>
          </p:nvPr>
        </p:nvSpPr>
        <p:spPr>
          <a:xfrm>
            <a:off x="812800" y="1150620"/>
            <a:ext cx="10883392" cy="49276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F5F5F7"/>
              </a:buClr>
              <a:buSzPts val="3200"/>
              <a:buFont typeface="Noto Sans KR"/>
              <a:buNone/>
            </a:pPr>
            <a:r>
              <a:rPr lang="en-US" sz="3200" b="1" i="0" spc="-50">
                <a:solidFill>
                  <a:srgbClr val="F5F5F7"/>
                </a:solidFill>
                <a:latin typeface="Noto Sans KR"/>
                <a:ea typeface="Noto Sans KR"/>
                <a:cs typeface="Noto Sans KR"/>
                <a:sym typeface="Noto Sans KR"/>
              </a:rPr>
              <a:t>팀 구성과 역할</a:t>
            </a:r>
            <a:endParaRPr sz="3200"/>
          </a:p>
        </p:txBody>
      </p:sp>
      <p:sp>
        <p:nvSpPr>
          <p:cNvPr id="153" name="Google Shape;153;p11"/>
          <p:cNvSpPr/>
          <p:nvPr/>
        </p:nvSpPr>
        <p:spPr>
          <a:xfrm>
            <a:off x="815975" y="1976755"/>
            <a:ext cx="3397250" cy="3253105"/>
          </a:xfrm>
          <a:prstGeom prst="roundRect">
            <a:avLst>
              <a:gd name="adj" fmla="val 3026"/>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54" name="Google Shape;154;p11" descr="Key"/>
          <p:cNvPicPr preferRelativeResize="0"/>
          <p:nvPr/>
        </p:nvPicPr>
        <p:blipFill rotWithShape="1">
          <a:blip r:embed="rId3">
            <a:alphaModFix/>
          </a:blip>
          <a:srcRect/>
          <a:stretch/>
        </p:blipFill>
        <p:spPr>
          <a:xfrm>
            <a:off x="1097280" y="2258061"/>
            <a:ext cx="330200" cy="330200"/>
          </a:xfrm>
          <a:prstGeom prst="rect">
            <a:avLst/>
          </a:prstGeom>
          <a:noFill/>
          <a:ln>
            <a:noFill/>
          </a:ln>
        </p:spPr>
      </p:pic>
      <p:sp>
        <p:nvSpPr>
          <p:cNvPr id="155" name="Google Shape;155;p11"/>
          <p:cNvSpPr/>
          <p:nvPr/>
        </p:nvSpPr>
        <p:spPr>
          <a:xfrm>
            <a:off x="1097280" y="2715261"/>
            <a:ext cx="291967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2200"/>
              <a:buFont typeface="Noto Sans KR"/>
              <a:buNone/>
            </a:pPr>
            <a:r>
              <a:rPr lang="en-US" sz="2200" b="1">
                <a:solidFill>
                  <a:srgbClr val="F5F5F7"/>
                </a:solidFill>
                <a:latin typeface="Noto Sans KR"/>
                <a:ea typeface="Noto Sans KR"/>
                <a:cs typeface="Noto Sans KR"/>
                <a:sym typeface="Noto Sans KR"/>
              </a:rPr>
              <a:t>주상혁</a:t>
            </a:r>
            <a:endParaRPr sz="2200">
              <a:solidFill>
                <a:schemeClr val="lt1"/>
              </a:solidFill>
              <a:latin typeface="Noto Sans KR"/>
              <a:ea typeface="Noto Sans KR"/>
              <a:cs typeface="Noto Sans KR"/>
              <a:sym typeface="Noto Sans KR"/>
            </a:endParaRPr>
          </a:p>
        </p:txBody>
      </p:sp>
      <p:sp>
        <p:nvSpPr>
          <p:cNvPr id="156" name="Google Shape;156;p11"/>
          <p:cNvSpPr/>
          <p:nvPr/>
        </p:nvSpPr>
        <p:spPr>
          <a:xfrm>
            <a:off x="1097280" y="3177541"/>
            <a:ext cx="2919679"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300"/>
              <a:buFont typeface="Noto Sans KR"/>
              <a:buNone/>
            </a:pPr>
            <a:r>
              <a:rPr lang="en-US" sz="1300" b="1">
                <a:solidFill>
                  <a:srgbClr val="F6C543"/>
                </a:solidFill>
                <a:latin typeface="Noto Sans KR"/>
                <a:ea typeface="Noto Sans KR"/>
                <a:cs typeface="Noto Sans KR"/>
                <a:sym typeface="Noto Sans KR"/>
              </a:rPr>
              <a:t>회원·인증 + 알림·티켓</a:t>
            </a:r>
            <a:endParaRPr sz="1300">
              <a:solidFill>
                <a:schemeClr val="lt1"/>
              </a:solidFill>
              <a:latin typeface="Noto Sans KR"/>
              <a:ea typeface="Noto Sans KR"/>
              <a:cs typeface="Noto Sans KR"/>
              <a:sym typeface="Noto Sans KR"/>
            </a:endParaRPr>
          </a:p>
        </p:txBody>
      </p:sp>
      <p:pic>
        <p:nvPicPr>
          <p:cNvPr id="157" name="Google Shape;157;p11" descr="line"/>
          <p:cNvPicPr preferRelativeResize="0"/>
          <p:nvPr/>
        </p:nvPicPr>
        <p:blipFill rotWithShape="1">
          <a:blip r:embed="rId4">
            <a:alphaModFix/>
          </a:blip>
          <a:srcRect l="-47" r="-47"/>
          <a:stretch/>
        </p:blipFill>
        <p:spPr>
          <a:xfrm>
            <a:off x="1097280" y="3535680"/>
            <a:ext cx="2834640" cy="6350"/>
          </a:xfrm>
          <a:prstGeom prst="rect">
            <a:avLst/>
          </a:prstGeom>
          <a:noFill/>
          <a:ln>
            <a:noFill/>
          </a:ln>
        </p:spPr>
      </p:pic>
      <p:sp>
        <p:nvSpPr>
          <p:cNvPr id="158" name="Google Shape;158;p11"/>
          <p:cNvSpPr/>
          <p:nvPr/>
        </p:nvSpPr>
        <p:spPr>
          <a:xfrm>
            <a:off x="1169924" y="3669030"/>
            <a:ext cx="2839415" cy="1304925"/>
          </a:xfrm>
          <a:prstGeom prst="rect">
            <a:avLst/>
          </a:prstGeom>
          <a:noFill/>
          <a:ln>
            <a:noFill/>
          </a:ln>
        </p:spPr>
        <p:txBody>
          <a:bodyPr spcFirstLastPara="1" wrap="square" lIns="0" tIns="0" rIns="0" bIns="0" anchor="t" anchorCtr="0">
            <a:noAutofit/>
          </a:bodyPr>
          <a:lstStyle/>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회원가입, 일반·소셜 로그인</a:t>
            </a:r>
            <a:endParaRPr sz="1300">
              <a:solidFill>
                <a:schemeClr val="lt1"/>
              </a:solidFill>
              <a:latin typeface="Noto Sans KR"/>
              <a:ea typeface="Noto Sans KR"/>
              <a:cs typeface="Noto Sans KR"/>
              <a:sym typeface="Noto Sans KR"/>
            </a:endParaRPr>
          </a:p>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계정 연동, 회원정보 관리</a:t>
            </a:r>
            <a:endParaRPr sz="1300">
              <a:solidFill>
                <a:schemeClr val="lt1"/>
              </a:solidFill>
              <a:latin typeface="Noto Sans KR"/>
              <a:ea typeface="Noto Sans KR"/>
              <a:cs typeface="Noto Sans KR"/>
              <a:sym typeface="Noto Sans KR"/>
            </a:endParaRPr>
          </a:p>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실시간 알림</a:t>
            </a:r>
            <a:endParaRPr sz="1300">
              <a:solidFill>
                <a:schemeClr val="lt1"/>
              </a:solidFill>
              <a:latin typeface="Noto Sans KR"/>
              <a:ea typeface="Noto Sans KR"/>
              <a:cs typeface="Noto Sans KR"/>
              <a:sym typeface="Noto Sans KR"/>
            </a:endParaRPr>
          </a:p>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QR 티켓</a:t>
            </a:r>
            <a:endParaRPr sz="1300">
              <a:solidFill>
                <a:schemeClr val="lt1"/>
              </a:solidFill>
              <a:latin typeface="Noto Sans KR"/>
              <a:ea typeface="Noto Sans KR"/>
              <a:cs typeface="Noto Sans KR"/>
              <a:sym typeface="Noto Sans KR"/>
            </a:endParaRPr>
          </a:p>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이동시간 기반 극장 추천</a:t>
            </a:r>
            <a:endParaRPr sz="1300">
              <a:solidFill>
                <a:schemeClr val="lt1"/>
              </a:solidFill>
              <a:latin typeface="Noto Sans KR"/>
              <a:ea typeface="Noto Sans KR"/>
              <a:cs typeface="Noto Sans KR"/>
              <a:sym typeface="Noto Sans KR"/>
            </a:endParaRPr>
          </a:p>
        </p:txBody>
      </p:sp>
      <p:sp>
        <p:nvSpPr>
          <p:cNvPr id="159" name="Google Shape;159;p11"/>
          <p:cNvSpPr/>
          <p:nvPr/>
        </p:nvSpPr>
        <p:spPr>
          <a:xfrm>
            <a:off x="4397375" y="1976755"/>
            <a:ext cx="3397250" cy="3253105"/>
          </a:xfrm>
          <a:prstGeom prst="roundRect">
            <a:avLst>
              <a:gd name="adj" fmla="val 3026"/>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60" name="Google Shape;160;p11" descr="Database"/>
          <p:cNvPicPr preferRelativeResize="0"/>
          <p:nvPr/>
        </p:nvPicPr>
        <p:blipFill rotWithShape="1">
          <a:blip r:embed="rId5">
            <a:alphaModFix/>
          </a:blip>
          <a:srcRect/>
          <a:stretch/>
        </p:blipFill>
        <p:spPr>
          <a:xfrm>
            <a:off x="4678680" y="2258061"/>
            <a:ext cx="330200" cy="330200"/>
          </a:xfrm>
          <a:prstGeom prst="rect">
            <a:avLst/>
          </a:prstGeom>
          <a:noFill/>
          <a:ln>
            <a:noFill/>
          </a:ln>
        </p:spPr>
      </p:pic>
      <p:sp>
        <p:nvSpPr>
          <p:cNvPr id="161" name="Google Shape;161;p11"/>
          <p:cNvSpPr/>
          <p:nvPr/>
        </p:nvSpPr>
        <p:spPr>
          <a:xfrm>
            <a:off x="4678680" y="2715261"/>
            <a:ext cx="291967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2200"/>
              <a:buFont typeface="Noto Sans KR"/>
              <a:buNone/>
            </a:pPr>
            <a:r>
              <a:rPr lang="en-US" sz="2200" b="1">
                <a:solidFill>
                  <a:srgbClr val="F5F5F7"/>
                </a:solidFill>
                <a:latin typeface="Noto Sans KR"/>
                <a:ea typeface="Noto Sans KR"/>
                <a:cs typeface="Noto Sans KR"/>
                <a:sym typeface="Noto Sans KR"/>
              </a:rPr>
              <a:t>이연화</a:t>
            </a:r>
            <a:endParaRPr sz="2200">
              <a:solidFill>
                <a:schemeClr val="lt1"/>
              </a:solidFill>
              <a:latin typeface="Noto Sans KR"/>
              <a:ea typeface="Noto Sans KR"/>
              <a:cs typeface="Noto Sans KR"/>
              <a:sym typeface="Noto Sans KR"/>
            </a:endParaRPr>
          </a:p>
        </p:txBody>
      </p:sp>
      <p:sp>
        <p:nvSpPr>
          <p:cNvPr id="162" name="Google Shape;162;p11"/>
          <p:cNvSpPr/>
          <p:nvPr/>
        </p:nvSpPr>
        <p:spPr>
          <a:xfrm>
            <a:off x="4678680" y="3177541"/>
            <a:ext cx="2919679"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300"/>
              <a:buFont typeface="Noto Sans KR"/>
              <a:buNone/>
            </a:pPr>
            <a:r>
              <a:rPr lang="en-US" sz="1300" b="1">
                <a:solidFill>
                  <a:srgbClr val="F6C543"/>
                </a:solidFill>
                <a:latin typeface="Noto Sans KR"/>
                <a:ea typeface="Noto Sans KR"/>
                <a:cs typeface="Noto Sans KR"/>
                <a:sym typeface="Noto Sans KR"/>
              </a:rPr>
              <a:t>영화·극장 + 추천·데이터</a:t>
            </a:r>
            <a:endParaRPr sz="1300">
              <a:solidFill>
                <a:schemeClr val="lt1"/>
              </a:solidFill>
              <a:latin typeface="Noto Sans KR"/>
              <a:ea typeface="Noto Sans KR"/>
              <a:cs typeface="Noto Sans KR"/>
              <a:sym typeface="Noto Sans KR"/>
            </a:endParaRPr>
          </a:p>
        </p:txBody>
      </p:sp>
      <p:pic>
        <p:nvPicPr>
          <p:cNvPr id="163" name="Google Shape;163;p11" descr="line"/>
          <p:cNvPicPr preferRelativeResize="0"/>
          <p:nvPr/>
        </p:nvPicPr>
        <p:blipFill rotWithShape="1">
          <a:blip r:embed="rId4">
            <a:alphaModFix/>
          </a:blip>
          <a:srcRect l="-47" r="-47"/>
          <a:stretch/>
        </p:blipFill>
        <p:spPr>
          <a:xfrm>
            <a:off x="4678680" y="3535680"/>
            <a:ext cx="2834640" cy="6350"/>
          </a:xfrm>
          <a:prstGeom prst="rect">
            <a:avLst/>
          </a:prstGeom>
          <a:noFill/>
          <a:ln>
            <a:noFill/>
          </a:ln>
        </p:spPr>
      </p:pic>
      <p:sp>
        <p:nvSpPr>
          <p:cNvPr id="164" name="Google Shape;164;p11"/>
          <p:cNvSpPr/>
          <p:nvPr/>
        </p:nvSpPr>
        <p:spPr>
          <a:xfrm>
            <a:off x="4751324" y="3669030"/>
            <a:ext cx="2839415" cy="1049020"/>
          </a:xfrm>
          <a:prstGeom prst="rect">
            <a:avLst/>
          </a:prstGeom>
          <a:noFill/>
          <a:ln>
            <a:noFill/>
          </a:ln>
        </p:spPr>
        <p:txBody>
          <a:bodyPr spcFirstLastPara="1" wrap="square" lIns="0" tIns="0" rIns="0" bIns="0" anchor="t" anchorCtr="0">
            <a:noAutofit/>
          </a:bodyPr>
          <a:lstStyle/>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메인 화면</a:t>
            </a:r>
            <a:endParaRPr sz="1300">
              <a:solidFill>
                <a:schemeClr val="lt1"/>
              </a:solidFill>
              <a:latin typeface="Noto Sans KR"/>
              <a:ea typeface="Noto Sans KR"/>
              <a:cs typeface="Noto Sans KR"/>
              <a:sym typeface="Noto Sans KR"/>
            </a:endParaRPr>
          </a:p>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영화 수집, 영화 상세</a:t>
            </a:r>
            <a:endParaRPr sz="1300">
              <a:solidFill>
                <a:schemeClr val="lt1"/>
              </a:solidFill>
              <a:latin typeface="Noto Sans KR"/>
              <a:ea typeface="Noto Sans KR"/>
              <a:cs typeface="Noto Sans KR"/>
              <a:sym typeface="Noto Sans KR"/>
            </a:endParaRPr>
          </a:p>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극장 정보</a:t>
            </a:r>
            <a:endParaRPr sz="1300">
              <a:solidFill>
                <a:schemeClr val="lt1"/>
              </a:solidFill>
              <a:latin typeface="Noto Sans KR"/>
              <a:ea typeface="Noto Sans KR"/>
              <a:cs typeface="Noto Sans KR"/>
              <a:sym typeface="Noto Sans KR"/>
            </a:endParaRPr>
          </a:p>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극장·상영표 데이터 구축</a:t>
            </a:r>
            <a:endParaRPr sz="1300">
              <a:solidFill>
                <a:schemeClr val="lt1"/>
              </a:solidFill>
              <a:latin typeface="Noto Sans KR"/>
              <a:ea typeface="Noto Sans KR"/>
              <a:cs typeface="Noto Sans KR"/>
              <a:sym typeface="Noto Sans KR"/>
            </a:endParaRPr>
          </a:p>
        </p:txBody>
      </p:sp>
      <p:sp>
        <p:nvSpPr>
          <p:cNvPr id="165" name="Google Shape;165;p11"/>
          <p:cNvSpPr/>
          <p:nvPr/>
        </p:nvSpPr>
        <p:spPr>
          <a:xfrm>
            <a:off x="7978775" y="1976755"/>
            <a:ext cx="3397250" cy="3253105"/>
          </a:xfrm>
          <a:prstGeom prst="roundRect">
            <a:avLst>
              <a:gd name="adj" fmla="val 3026"/>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66" name="Google Shape;166;p11" descr="Lightning"/>
          <p:cNvPicPr preferRelativeResize="0"/>
          <p:nvPr/>
        </p:nvPicPr>
        <p:blipFill rotWithShape="1">
          <a:blip r:embed="rId6">
            <a:alphaModFix/>
          </a:blip>
          <a:srcRect/>
          <a:stretch/>
        </p:blipFill>
        <p:spPr>
          <a:xfrm>
            <a:off x="8260080" y="2258061"/>
            <a:ext cx="330200" cy="330200"/>
          </a:xfrm>
          <a:prstGeom prst="rect">
            <a:avLst/>
          </a:prstGeom>
          <a:noFill/>
          <a:ln>
            <a:noFill/>
          </a:ln>
        </p:spPr>
      </p:pic>
      <p:sp>
        <p:nvSpPr>
          <p:cNvPr id="167" name="Google Shape;167;p11"/>
          <p:cNvSpPr/>
          <p:nvPr/>
        </p:nvSpPr>
        <p:spPr>
          <a:xfrm>
            <a:off x="8260080" y="2715261"/>
            <a:ext cx="2919679" cy="36068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2200"/>
              <a:buFont typeface="Noto Sans KR"/>
              <a:buNone/>
            </a:pPr>
            <a:r>
              <a:rPr lang="en-US" sz="2200" b="1">
                <a:solidFill>
                  <a:srgbClr val="F5F5F7"/>
                </a:solidFill>
                <a:latin typeface="Noto Sans KR"/>
                <a:ea typeface="Noto Sans KR"/>
                <a:cs typeface="Noto Sans KR"/>
                <a:sym typeface="Noto Sans KR"/>
              </a:rPr>
              <a:t>안정현 </a:t>
            </a:r>
            <a:r>
              <a:rPr lang="en-US" sz="1400" b="1">
                <a:solidFill>
                  <a:srgbClr val="F5F5F7"/>
                </a:solidFill>
                <a:latin typeface="Noto Sans KR"/>
                <a:ea typeface="Noto Sans KR"/>
                <a:cs typeface="Noto Sans KR"/>
                <a:sym typeface="Noto Sans KR"/>
              </a:rPr>
              <a:t>(팀장)</a:t>
            </a:r>
            <a:endParaRPr sz="1400">
              <a:solidFill>
                <a:schemeClr val="lt1"/>
              </a:solidFill>
              <a:latin typeface="Noto Sans KR"/>
              <a:ea typeface="Noto Sans KR"/>
              <a:cs typeface="Noto Sans KR"/>
              <a:sym typeface="Noto Sans KR"/>
            </a:endParaRPr>
          </a:p>
        </p:txBody>
      </p:sp>
      <p:sp>
        <p:nvSpPr>
          <p:cNvPr id="168" name="Google Shape;168;p11"/>
          <p:cNvSpPr/>
          <p:nvPr/>
        </p:nvSpPr>
        <p:spPr>
          <a:xfrm>
            <a:off x="8260080" y="3177541"/>
            <a:ext cx="2919679"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300"/>
              <a:buFont typeface="Noto Sans KR"/>
              <a:buNone/>
            </a:pPr>
            <a:r>
              <a:rPr lang="en-US" sz="1300" b="1">
                <a:solidFill>
                  <a:srgbClr val="F6C543"/>
                </a:solidFill>
                <a:latin typeface="Noto Sans KR"/>
                <a:ea typeface="Noto Sans KR"/>
                <a:cs typeface="Noto Sans KR"/>
                <a:sym typeface="Noto Sans KR"/>
              </a:rPr>
              <a:t>좌석·예매 + 모의결제·취소표 대기</a:t>
            </a:r>
            <a:endParaRPr sz="1300">
              <a:solidFill>
                <a:schemeClr val="lt1"/>
              </a:solidFill>
              <a:latin typeface="Noto Sans KR"/>
              <a:ea typeface="Noto Sans KR"/>
              <a:cs typeface="Noto Sans KR"/>
              <a:sym typeface="Noto Sans KR"/>
            </a:endParaRPr>
          </a:p>
        </p:txBody>
      </p:sp>
      <p:pic>
        <p:nvPicPr>
          <p:cNvPr id="169" name="Google Shape;169;p11" descr="line"/>
          <p:cNvPicPr preferRelativeResize="0"/>
          <p:nvPr/>
        </p:nvPicPr>
        <p:blipFill rotWithShape="1">
          <a:blip r:embed="rId4">
            <a:alphaModFix/>
          </a:blip>
          <a:srcRect l="-47" r="-47"/>
          <a:stretch/>
        </p:blipFill>
        <p:spPr>
          <a:xfrm>
            <a:off x="8260080" y="3535680"/>
            <a:ext cx="2834640" cy="6350"/>
          </a:xfrm>
          <a:prstGeom prst="rect">
            <a:avLst/>
          </a:prstGeom>
          <a:noFill/>
          <a:ln>
            <a:noFill/>
          </a:ln>
        </p:spPr>
      </p:pic>
      <p:sp>
        <p:nvSpPr>
          <p:cNvPr id="170" name="Google Shape;170;p11"/>
          <p:cNvSpPr/>
          <p:nvPr/>
        </p:nvSpPr>
        <p:spPr>
          <a:xfrm>
            <a:off x="8332724" y="3669030"/>
            <a:ext cx="2839415" cy="1304925"/>
          </a:xfrm>
          <a:prstGeom prst="rect">
            <a:avLst/>
          </a:prstGeom>
          <a:noFill/>
          <a:ln>
            <a:noFill/>
          </a:ln>
        </p:spPr>
        <p:txBody>
          <a:bodyPr spcFirstLastPara="1" wrap="square" lIns="0" tIns="0" rIns="0" bIns="0" anchor="t" anchorCtr="0">
            <a:noAutofit/>
          </a:bodyPr>
          <a:lstStyle/>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예매 흐름</a:t>
            </a:r>
            <a:endParaRPr sz="1300">
              <a:solidFill>
                <a:schemeClr val="lt1"/>
              </a:solidFill>
              <a:latin typeface="Noto Sans KR"/>
              <a:ea typeface="Noto Sans KR"/>
              <a:cs typeface="Noto Sans KR"/>
              <a:sym typeface="Noto Sans KR"/>
            </a:endParaRPr>
          </a:p>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좌석 자동 선택·점유</a:t>
            </a:r>
            <a:endParaRPr sz="1300">
              <a:solidFill>
                <a:schemeClr val="lt1"/>
              </a:solidFill>
              <a:latin typeface="Noto Sans KR"/>
              <a:ea typeface="Noto Sans KR"/>
              <a:cs typeface="Noto Sans KR"/>
              <a:sym typeface="Noto Sans KR"/>
            </a:endParaRPr>
          </a:p>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동시성 제어</a:t>
            </a:r>
            <a:endParaRPr sz="1300">
              <a:solidFill>
                <a:schemeClr val="lt1"/>
              </a:solidFill>
              <a:latin typeface="Noto Sans KR"/>
              <a:ea typeface="Noto Sans KR"/>
              <a:cs typeface="Noto Sans KR"/>
              <a:sym typeface="Noto Sans KR"/>
            </a:endParaRPr>
          </a:p>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모의결제, 취소·만료</a:t>
            </a:r>
            <a:endParaRPr sz="1300">
              <a:solidFill>
                <a:schemeClr val="lt1"/>
              </a:solidFill>
              <a:latin typeface="Noto Sans KR"/>
              <a:ea typeface="Noto Sans KR"/>
              <a:cs typeface="Noto Sans KR"/>
              <a:sym typeface="Noto Sans KR"/>
            </a:endParaRPr>
          </a:p>
          <a:p>
            <a:pPr marL="181356" marR="0" lvl="0" indent="-181356" algn="l" rtl="0">
              <a:lnSpc>
                <a:spcPct val="155000"/>
              </a:lnSpc>
              <a:spcBef>
                <a:spcPts val="0"/>
              </a:spcBef>
              <a:spcAft>
                <a:spcPts val="0"/>
              </a:spcAft>
              <a:buClr>
                <a:srgbClr val="B8B8BE"/>
              </a:buClr>
              <a:buSzPts val="1300"/>
              <a:buFont typeface="Noto Sans KR"/>
              <a:buChar char="•"/>
            </a:pPr>
            <a:r>
              <a:rPr lang="en-US" sz="1300">
                <a:solidFill>
                  <a:srgbClr val="B8B8BE"/>
                </a:solidFill>
                <a:latin typeface="Noto Sans KR"/>
                <a:ea typeface="Noto Sans KR"/>
                <a:cs typeface="Noto Sans KR"/>
                <a:sym typeface="Noto Sans KR"/>
              </a:rPr>
              <a:t>취소표 순번 처리</a:t>
            </a:r>
            <a:endParaRPr sz="1300">
              <a:solidFill>
                <a:schemeClr val="lt1"/>
              </a:solidFill>
              <a:latin typeface="Noto Sans KR"/>
              <a:ea typeface="Noto Sans KR"/>
              <a:cs typeface="Noto Sans KR"/>
              <a:sym typeface="Noto Sans KR"/>
            </a:endParaRPr>
          </a:p>
        </p:txBody>
      </p:sp>
      <p:sp>
        <p:nvSpPr>
          <p:cNvPr id="171" name="Google Shape;171;p11"/>
          <p:cNvSpPr/>
          <p:nvPr/>
        </p:nvSpPr>
        <p:spPr>
          <a:xfrm>
            <a:off x="812800" y="6238241"/>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172" name="Google Shape;172;p11"/>
          <p:cNvSpPr/>
          <p:nvPr/>
        </p:nvSpPr>
        <p:spPr>
          <a:xfrm>
            <a:off x="10058400" y="6238241"/>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05</a:t>
            </a:r>
            <a:endParaRPr sz="1200">
              <a:solidFill>
                <a:schemeClr val="lt1"/>
              </a:solidFill>
              <a:latin typeface="Noto Sans KR"/>
              <a:ea typeface="Noto Sans KR"/>
              <a:cs typeface="Noto Sans KR"/>
              <a:sym typeface="Noto Sans K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F11"/>
        </a:solidFill>
        <a:effectLst/>
      </p:bgPr>
    </p:bg>
    <p:spTree>
      <p:nvGrpSpPr>
        <p:cNvPr id="1" name="Shape 177"/>
        <p:cNvGrpSpPr/>
        <p:nvPr/>
      </p:nvGrpSpPr>
      <p:grpSpPr>
        <a:xfrm>
          <a:off x="0" y="0"/>
          <a:ext cx="0" cy="0"/>
          <a:chOff x="0" y="0"/>
          <a:chExt cx="0" cy="0"/>
        </a:xfrm>
      </p:grpSpPr>
      <p:sp>
        <p:nvSpPr>
          <p:cNvPr id="178" name="Google Shape;178;p12"/>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179" name="Google Shape;179;p12"/>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sz="1400" b="1" spc="200">
                <a:solidFill>
                  <a:srgbClr val="F6C543"/>
                </a:solidFill>
                <a:latin typeface="Oswald"/>
                <a:ea typeface="Oswald"/>
                <a:cs typeface="Oswald"/>
                <a:sym typeface="Oswald"/>
              </a:rPr>
              <a:t>02 / 기술 스택·협업</a:t>
            </a:r>
            <a:endParaRPr sz="1400">
              <a:solidFill>
                <a:schemeClr val="lt1"/>
              </a:solidFill>
              <a:latin typeface="Noto Sans KR"/>
              <a:ea typeface="Noto Sans KR"/>
              <a:cs typeface="Noto Sans KR"/>
              <a:sym typeface="Noto Sans KR"/>
            </a:endParaRPr>
          </a:p>
        </p:txBody>
      </p:sp>
      <p:sp>
        <p:nvSpPr>
          <p:cNvPr id="180" name="Google Shape;180;p12"/>
          <p:cNvSpPr txBox="1">
            <a:spLocks noGrp="1"/>
          </p:cNvSpPr>
          <p:nvPr>
            <p:ph type="title"/>
          </p:nvPr>
        </p:nvSpPr>
        <p:spPr>
          <a:xfrm>
            <a:off x="812800" y="1150621"/>
            <a:ext cx="10883392" cy="49276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F5F5F7"/>
              </a:buClr>
              <a:buSzPts val="3200"/>
              <a:buFont typeface="Noto Sans KR"/>
              <a:buNone/>
            </a:pPr>
            <a:r>
              <a:rPr lang="en-US" sz="3200" b="1" i="0" spc="-50">
                <a:solidFill>
                  <a:srgbClr val="F5F5F7"/>
                </a:solidFill>
                <a:latin typeface="Noto Sans KR"/>
                <a:ea typeface="Noto Sans KR"/>
                <a:cs typeface="Noto Sans KR"/>
                <a:sym typeface="Noto Sans KR"/>
              </a:rPr>
              <a:t>기술 스택</a:t>
            </a:r>
            <a:endParaRPr sz="3200"/>
          </a:p>
        </p:txBody>
      </p:sp>
      <p:sp>
        <p:nvSpPr>
          <p:cNvPr id="181" name="Google Shape;181;p12"/>
          <p:cNvSpPr/>
          <p:nvPr/>
        </p:nvSpPr>
        <p:spPr>
          <a:xfrm>
            <a:off x="815975" y="1900557"/>
            <a:ext cx="3397250" cy="1870710"/>
          </a:xfrm>
          <a:prstGeom prst="roundRect">
            <a:avLst>
              <a:gd name="adj" fmla="val 5261"/>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182" name="Google Shape;182;p12"/>
          <p:cNvSpPr/>
          <p:nvPr/>
        </p:nvSpPr>
        <p:spPr>
          <a:xfrm>
            <a:off x="1046480" y="2105661"/>
            <a:ext cx="3024327"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300"/>
              <a:buFont typeface="Oswald"/>
              <a:buNone/>
            </a:pPr>
            <a:r>
              <a:rPr lang="en-US" sz="1300" b="1" spc="150">
                <a:solidFill>
                  <a:srgbClr val="F6C543"/>
                </a:solidFill>
                <a:latin typeface="Oswald"/>
                <a:ea typeface="Oswald"/>
                <a:cs typeface="Oswald"/>
                <a:sym typeface="Oswald"/>
              </a:rPr>
              <a:t>FRONTEND</a:t>
            </a:r>
            <a:endParaRPr sz="1300">
              <a:solidFill>
                <a:schemeClr val="lt1"/>
              </a:solidFill>
              <a:latin typeface="Noto Sans KR"/>
              <a:ea typeface="Noto Sans KR"/>
              <a:cs typeface="Noto Sans KR"/>
              <a:sym typeface="Noto Sans KR"/>
            </a:endParaRPr>
          </a:p>
        </p:txBody>
      </p:sp>
      <p:sp>
        <p:nvSpPr>
          <p:cNvPr id="183" name="Google Shape;183;p12"/>
          <p:cNvSpPr/>
          <p:nvPr/>
        </p:nvSpPr>
        <p:spPr>
          <a:xfrm>
            <a:off x="1046480" y="2463800"/>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84" name="Google Shape;184;p12" descr="React 로고"/>
          <p:cNvPicPr preferRelativeResize="0"/>
          <p:nvPr/>
        </p:nvPicPr>
        <p:blipFill rotWithShape="1">
          <a:blip r:embed="rId3">
            <a:alphaModFix/>
          </a:blip>
          <a:srcRect/>
          <a:stretch/>
        </p:blipFill>
        <p:spPr>
          <a:xfrm>
            <a:off x="1122680" y="2540000"/>
            <a:ext cx="254000" cy="254000"/>
          </a:xfrm>
          <a:prstGeom prst="rect">
            <a:avLst/>
          </a:prstGeom>
          <a:noFill/>
          <a:ln>
            <a:noFill/>
          </a:ln>
        </p:spPr>
      </p:pic>
      <p:sp>
        <p:nvSpPr>
          <p:cNvPr id="185" name="Google Shape;185;p12"/>
          <p:cNvSpPr/>
          <p:nvPr/>
        </p:nvSpPr>
        <p:spPr>
          <a:xfrm>
            <a:off x="1529080" y="2463800"/>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86" name="Google Shape;186;p12" descr="Vite 로고"/>
          <p:cNvPicPr preferRelativeResize="0"/>
          <p:nvPr/>
        </p:nvPicPr>
        <p:blipFill rotWithShape="1">
          <a:blip r:embed="rId4">
            <a:alphaModFix/>
          </a:blip>
          <a:srcRect/>
          <a:stretch/>
        </p:blipFill>
        <p:spPr>
          <a:xfrm>
            <a:off x="1605280" y="2540000"/>
            <a:ext cx="254000" cy="254000"/>
          </a:xfrm>
          <a:prstGeom prst="rect">
            <a:avLst/>
          </a:prstGeom>
          <a:noFill/>
          <a:ln>
            <a:noFill/>
          </a:ln>
        </p:spPr>
      </p:pic>
      <p:sp>
        <p:nvSpPr>
          <p:cNvPr id="187" name="Google Shape;187;p12"/>
          <p:cNvSpPr/>
          <p:nvPr/>
        </p:nvSpPr>
        <p:spPr>
          <a:xfrm>
            <a:off x="1046480" y="2997200"/>
            <a:ext cx="3024327"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React · Vite</a:t>
            </a:r>
            <a:endParaRPr sz="1500">
              <a:solidFill>
                <a:schemeClr val="lt1"/>
              </a:solidFill>
              <a:latin typeface="Noto Sans KR"/>
              <a:ea typeface="Noto Sans KR"/>
              <a:cs typeface="Noto Sans KR"/>
              <a:sym typeface="Noto Sans KR"/>
            </a:endParaRPr>
          </a:p>
        </p:txBody>
      </p:sp>
      <p:sp>
        <p:nvSpPr>
          <p:cNvPr id="188" name="Google Shape;188;p12"/>
          <p:cNvSpPr/>
          <p:nvPr/>
        </p:nvSpPr>
        <p:spPr>
          <a:xfrm>
            <a:off x="4397375" y="1900557"/>
            <a:ext cx="3397250" cy="1870710"/>
          </a:xfrm>
          <a:prstGeom prst="roundRect">
            <a:avLst>
              <a:gd name="adj" fmla="val 5261"/>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189" name="Google Shape;189;p12"/>
          <p:cNvSpPr/>
          <p:nvPr/>
        </p:nvSpPr>
        <p:spPr>
          <a:xfrm>
            <a:off x="4627880" y="2105661"/>
            <a:ext cx="3024327"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300"/>
              <a:buFont typeface="Oswald"/>
              <a:buNone/>
            </a:pPr>
            <a:r>
              <a:rPr lang="en-US" sz="1300" b="1" spc="150">
                <a:solidFill>
                  <a:srgbClr val="F6C543"/>
                </a:solidFill>
                <a:latin typeface="Oswald"/>
                <a:ea typeface="Oswald"/>
                <a:cs typeface="Oswald"/>
                <a:sym typeface="Oswald"/>
              </a:rPr>
              <a:t>BACKEND</a:t>
            </a:r>
            <a:endParaRPr sz="1300">
              <a:solidFill>
                <a:schemeClr val="lt1"/>
              </a:solidFill>
              <a:latin typeface="Noto Sans KR"/>
              <a:ea typeface="Noto Sans KR"/>
              <a:cs typeface="Noto Sans KR"/>
              <a:sym typeface="Noto Sans KR"/>
            </a:endParaRPr>
          </a:p>
        </p:txBody>
      </p:sp>
      <p:sp>
        <p:nvSpPr>
          <p:cNvPr id="190" name="Google Shape;190;p12"/>
          <p:cNvSpPr/>
          <p:nvPr/>
        </p:nvSpPr>
        <p:spPr>
          <a:xfrm>
            <a:off x="4627880" y="2463800"/>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91" name="Google Shape;191;p12" descr="Java 로고"/>
          <p:cNvPicPr preferRelativeResize="0"/>
          <p:nvPr/>
        </p:nvPicPr>
        <p:blipFill rotWithShape="1">
          <a:blip r:embed="rId5">
            <a:alphaModFix/>
          </a:blip>
          <a:srcRect/>
          <a:stretch/>
        </p:blipFill>
        <p:spPr>
          <a:xfrm>
            <a:off x="4704080" y="2540000"/>
            <a:ext cx="254000" cy="254000"/>
          </a:xfrm>
          <a:prstGeom prst="rect">
            <a:avLst/>
          </a:prstGeom>
          <a:noFill/>
          <a:ln>
            <a:noFill/>
          </a:ln>
        </p:spPr>
      </p:pic>
      <p:sp>
        <p:nvSpPr>
          <p:cNvPr id="192" name="Google Shape;192;p12"/>
          <p:cNvSpPr/>
          <p:nvPr/>
        </p:nvSpPr>
        <p:spPr>
          <a:xfrm>
            <a:off x="5110480" y="2463800"/>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93" name="Google Shape;193;p12" descr="Spring Boot 로고"/>
          <p:cNvPicPr preferRelativeResize="0"/>
          <p:nvPr/>
        </p:nvPicPr>
        <p:blipFill rotWithShape="1">
          <a:blip r:embed="rId6">
            <a:alphaModFix/>
          </a:blip>
          <a:srcRect/>
          <a:stretch/>
        </p:blipFill>
        <p:spPr>
          <a:xfrm>
            <a:off x="5186680" y="2540000"/>
            <a:ext cx="254000" cy="254000"/>
          </a:xfrm>
          <a:prstGeom prst="rect">
            <a:avLst/>
          </a:prstGeom>
          <a:noFill/>
          <a:ln>
            <a:noFill/>
          </a:ln>
        </p:spPr>
      </p:pic>
      <p:sp>
        <p:nvSpPr>
          <p:cNvPr id="194" name="Google Shape;194;p12"/>
          <p:cNvSpPr/>
          <p:nvPr/>
        </p:nvSpPr>
        <p:spPr>
          <a:xfrm>
            <a:off x="4627880" y="2997200"/>
            <a:ext cx="3024327"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Java 21 · Spring Boot</a:t>
            </a:r>
            <a:endParaRPr sz="1500">
              <a:solidFill>
                <a:schemeClr val="lt1"/>
              </a:solidFill>
              <a:latin typeface="Noto Sans KR"/>
              <a:ea typeface="Noto Sans KR"/>
              <a:cs typeface="Noto Sans KR"/>
              <a:sym typeface="Noto Sans KR"/>
            </a:endParaRPr>
          </a:p>
        </p:txBody>
      </p:sp>
      <p:sp>
        <p:nvSpPr>
          <p:cNvPr id="195" name="Google Shape;195;p12"/>
          <p:cNvSpPr/>
          <p:nvPr/>
        </p:nvSpPr>
        <p:spPr>
          <a:xfrm>
            <a:off x="4627880" y="3352800"/>
            <a:ext cx="3024327"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Security · JPA · Gradle</a:t>
            </a:r>
            <a:endParaRPr sz="1200">
              <a:solidFill>
                <a:schemeClr val="lt1"/>
              </a:solidFill>
              <a:latin typeface="Noto Sans KR"/>
              <a:ea typeface="Noto Sans KR"/>
              <a:cs typeface="Noto Sans KR"/>
              <a:sym typeface="Noto Sans KR"/>
            </a:endParaRPr>
          </a:p>
        </p:txBody>
      </p:sp>
      <p:sp>
        <p:nvSpPr>
          <p:cNvPr id="196" name="Google Shape;196;p12"/>
          <p:cNvSpPr/>
          <p:nvPr/>
        </p:nvSpPr>
        <p:spPr>
          <a:xfrm>
            <a:off x="7978775" y="1900557"/>
            <a:ext cx="3397250" cy="1870710"/>
          </a:xfrm>
          <a:prstGeom prst="roundRect">
            <a:avLst>
              <a:gd name="adj" fmla="val 5261"/>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197" name="Google Shape;197;p12"/>
          <p:cNvSpPr/>
          <p:nvPr/>
        </p:nvSpPr>
        <p:spPr>
          <a:xfrm>
            <a:off x="8209280" y="2105661"/>
            <a:ext cx="3024327"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300"/>
              <a:buFont typeface="Oswald"/>
              <a:buNone/>
            </a:pPr>
            <a:r>
              <a:rPr lang="en-US" sz="1300" b="1" spc="150">
                <a:solidFill>
                  <a:srgbClr val="F6C543"/>
                </a:solidFill>
                <a:latin typeface="Oswald"/>
                <a:ea typeface="Oswald"/>
                <a:cs typeface="Oswald"/>
                <a:sym typeface="Oswald"/>
              </a:rPr>
              <a:t>DATABASE · CACHE</a:t>
            </a:r>
            <a:endParaRPr sz="1300">
              <a:solidFill>
                <a:schemeClr val="lt1"/>
              </a:solidFill>
              <a:latin typeface="Noto Sans KR"/>
              <a:ea typeface="Noto Sans KR"/>
              <a:cs typeface="Noto Sans KR"/>
              <a:sym typeface="Noto Sans KR"/>
            </a:endParaRPr>
          </a:p>
        </p:txBody>
      </p:sp>
      <p:sp>
        <p:nvSpPr>
          <p:cNvPr id="198" name="Google Shape;198;p12"/>
          <p:cNvSpPr/>
          <p:nvPr/>
        </p:nvSpPr>
        <p:spPr>
          <a:xfrm>
            <a:off x="8209280" y="2463800"/>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199" name="Google Shape;199;p12" descr="MySQL 로고"/>
          <p:cNvPicPr preferRelativeResize="0"/>
          <p:nvPr/>
        </p:nvPicPr>
        <p:blipFill rotWithShape="1">
          <a:blip r:embed="rId7">
            <a:alphaModFix/>
          </a:blip>
          <a:srcRect/>
          <a:stretch/>
        </p:blipFill>
        <p:spPr>
          <a:xfrm>
            <a:off x="8285480" y="2540000"/>
            <a:ext cx="254000" cy="254000"/>
          </a:xfrm>
          <a:prstGeom prst="rect">
            <a:avLst/>
          </a:prstGeom>
          <a:noFill/>
          <a:ln>
            <a:noFill/>
          </a:ln>
        </p:spPr>
      </p:pic>
      <p:sp>
        <p:nvSpPr>
          <p:cNvPr id="200" name="Google Shape;200;p12"/>
          <p:cNvSpPr/>
          <p:nvPr/>
        </p:nvSpPr>
        <p:spPr>
          <a:xfrm>
            <a:off x="8691880" y="2463800"/>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01" name="Google Shape;201;p12" descr="Redis 로고"/>
          <p:cNvPicPr preferRelativeResize="0"/>
          <p:nvPr/>
        </p:nvPicPr>
        <p:blipFill rotWithShape="1">
          <a:blip r:embed="rId8">
            <a:alphaModFix/>
          </a:blip>
          <a:srcRect/>
          <a:stretch/>
        </p:blipFill>
        <p:spPr>
          <a:xfrm>
            <a:off x="8768080" y="2540000"/>
            <a:ext cx="254000" cy="254000"/>
          </a:xfrm>
          <a:prstGeom prst="rect">
            <a:avLst/>
          </a:prstGeom>
          <a:noFill/>
          <a:ln>
            <a:noFill/>
          </a:ln>
        </p:spPr>
      </p:pic>
      <p:sp>
        <p:nvSpPr>
          <p:cNvPr id="202" name="Google Shape;202;p12"/>
          <p:cNvSpPr/>
          <p:nvPr/>
        </p:nvSpPr>
        <p:spPr>
          <a:xfrm>
            <a:off x="8209280" y="2997200"/>
            <a:ext cx="3024327"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MySQL · Redis</a:t>
            </a:r>
            <a:endParaRPr sz="1500">
              <a:solidFill>
                <a:schemeClr val="lt1"/>
              </a:solidFill>
              <a:latin typeface="Noto Sans KR"/>
              <a:ea typeface="Noto Sans KR"/>
              <a:cs typeface="Noto Sans KR"/>
              <a:sym typeface="Noto Sans KR"/>
            </a:endParaRPr>
          </a:p>
        </p:txBody>
      </p:sp>
      <p:sp>
        <p:nvSpPr>
          <p:cNvPr id="203" name="Google Shape;203;p12"/>
          <p:cNvSpPr/>
          <p:nvPr/>
        </p:nvSpPr>
        <p:spPr>
          <a:xfrm>
            <a:off x="815975" y="3955414"/>
            <a:ext cx="3397250" cy="1870710"/>
          </a:xfrm>
          <a:prstGeom prst="roundRect">
            <a:avLst>
              <a:gd name="adj" fmla="val 5261"/>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204" name="Google Shape;204;p12"/>
          <p:cNvSpPr/>
          <p:nvPr/>
        </p:nvSpPr>
        <p:spPr>
          <a:xfrm>
            <a:off x="1046480" y="4160521"/>
            <a:ext cx="3024327"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300"/>
              <a:buFont typeface="Oswald"/>
              <a:buNone/>
            </a:pPr>
            <a:r>
              <a:rPr lang="en-US" sz="1300" b="1" spc="150">
                <a:solidFill>
                  <a:srgbClr val="F6C543"/>
                </a:solidFill>
                <a:latin typeface="Oswald"/>
                <a:ea typeface="Oswald"/>
                <a:cs typeface="Oswald"/>
                <a:sym typeface="Oswald"/>
              </a:rPr>
              <a:t>AUTH · API</a:t>
            </a:r>
            <a:endParaRPr sz="1300">
              <a:solidFill>
                <a:schemeClr val="lt1"/>
              </a:solidFill>
              <a:latin typeface="Noto Sans KR"/>
              <a:ea typeface="Noto Sans KR"/>
              <a:cs typeface="Noto Sans KR"/>
              <a:sym typeface="Noto Sans KR"/>
            </a:endParaRPr>
          </a:p>
        </p:txBody>
      </p:sp>
      <p:sp>
        <p:nvSpPr>
          <p:cNvPr id="205" name="Google Shape;205;p12"/>
          <p:cNvSpPr/>
          <p:nvPr/>
        </p:nvSpPr>
        <p:spPr>
          <a:xfrm>
            <a:off x="1046480" y="4518661"/>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06" name="Google Shape;206;p12" descr="JWT 로고"/>
          <p:cNvPicPr preferRelativeResize="0"/>
          <p:nvPr/>
        </p:nvPicPr>
        <p:blipFill rotWithShape="1">
          <a:blip r:embed="rId9">
            <a:alphaModFix/>
          </a:blip>
          <a:srcRect/>
          <a:stretch/>
        </p:blipFill>
        <p:spPr>
          <a:xfrm>
            <a:off x="1122680" y="4594861"/>
            <a:ext cx="254000" cy="254000"/>
          </a:xfrm>
          <a:prstGeom prst="rect">
            <a:avLst/>
          </a:prstGeom>
          <a:noFill/>
          <a:ln>
            <a:noFill/>
          </a:ln>
        </p:spPr>
      </p:pic>
      <p:sp>
        <p:nvSpPr>
          <p:cNvPr id="207" name="Google Shape;207;p12"/>
          <p:cNvSpPr/>
          <p:nvPr/>
        </p:nvSpPr>
        <p:spPr>
          <a:xfrm>
            <a:off x="1529080" y="4518661"/>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08" name="Google Shape;208;p12" descr="TMDB 로고"/>
          <p:cNvPicPr preferRelativeResize="0"/>
          <p:nvPr/>
        </p:nvPicPr>
        <p:blipFill rotWithShape="1">
          <a:blip r:embed="rId10">
            <a:alphaModFix/>
          </a:blip>
          <a:srcRect/>
          <a:stretch/>
        </p:blipFill>
        <p:spPr>
          <a:xfrm>
            <a:off x="1605280" y="4594861"/>
            <a:ext cx="254000" cy="254000"/>
          </a:xfrm>
          <a:prstGeom prst="rect">
            <a:avLst/>
          </a:prstGeom>
          <a:noFill/>
          <a:ln>
            <a:noFill/>
          </a:ln>
        </p:spPr>
      </p:pic>
      <p:sp>
        <p:nvSpPr>
          <p:cNvPr id="209" name="Google Shape;209;p12"/>
          <p:cNvSpPr/>
          <p:nvPr/>
        </p:nvSpPr>
        <p:spPr>
          <a:xfrm>
            <a:off x="2011680" y="4518661"/>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10" name="Google Shape;210;p12" descr="Kakao 로고"/>
          <p:cNvPicPr preferRelativeResize="0"/>
          <p:nvPr/>
        </p:nvPicPr>
        <p:blipFill rotWithShape="1">
          <a:blip r:embed="rId11">
            <a:alphaModFix/>
          </a:blip>
          <a:srcRect/>
          <a:stretch/>
        </p:blipFill>
        <p:spPr>
          <a:xfrm>
            <a:off x="2087880" y="4594861"/>
            <a:ext cx="254000" cy="254000"/>
          </a:xfrm>
          <a:prstGeom prst="rect">
            <a:avLst/>
          </a:prstGeom>
          <a:noFill/>
          <a:ln>
            <a:noFill/>
          </a:ln>
        </p:spPr>
      </p:pic>
      <p:sp>
        <p:nvSpPr>
          <p:cNvPr id="211" name="Google Shape;211;p12"/>
          <p:cNvSpPr/>
          <p:nvPr/>
        </p:nvSpPr>
        <p:spPr>
          <a:xfrm>
            <a:off x="1046480" y="5052061"/>
            <a:ext cx="3024327"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JWT · OAuth 2.0</a:t>
            </a:r>
            <a:endParaRPr sz="1500">
              <a:solidFill>
                <a:schemeClr val="lt1"/>
              </a:solidFill>
              <a:latin typeface="Noto Sans KR"/>
              <a:ea typeface="Noto Sans KR"/>
              <a:cs typeface="Noto Sans KR"/>
              <a:sym typeface="Noto Sans KR"/>
            </a:endParaRPr>
          </a:p>
        </p:txBody>
      </p:sp>
      <p:sp>
        <p:nvSpPr>
          <p:cNvPr id="212" name="Google Shape;212;p12"/>
          <p:cNvSpPr/>
          <p:nvPr/>
        </p:nvSpPr>
        <p:spPr>
          <a:xfrm>
            <a:off x="1046480" y="5407661"/>
            <a:ext cx="3024327"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TMDB · Kakao Maps · SSE</a:t>
            </a:r>
            <a:endParaRPr sz="1200">
              <a:solidFill>
                <a:schemeClr val="lt1"/>
              </a:solidFill>
              <a:latin typeface="Noto Sans KR"/>
              <a:ea typeface="Noto Sans KR"/>
              <a:cs typeface="Noto Sans KR"/>
              <a:sym typeface="Noto Sans KR"/>
            </a:endParaRPr>
          </a:p>
        </p:txBody>
      </p:sp>
      <p:sp>
        <p:nvSpPr>
          <p:cNvPr id="213" name="Google Shape;213;p12"/>
          <p:cNvSpPr/>
          <p:nvPr/>
        </p:nvSpPr>
        <p:spPr>
          <a:xfrm>
            <a:off x="4397375" y="3955414"/>
            <a:ext cx="3397250" cy="1870710"/>
          </a:xfrm>
          <a:prstGeom prst="roundRect">
            <a:avLst>
              <a:gd name="adj" fmla="val 5261"/>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214" name="Google Shape;214;p12"/>
          <p:cNvSpPr/>
          <p:nvPr/>
        </p:nvSpPr>
        <p:spPr>
          <a:xfrm>
            <a:off x="4627880" y="4160521"/>
            <a:ext cx="3024327"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300"/>
              <a:buFont typeface="Oswald"/>
              <a:buNone/>
            </a:pPr>
            <a:r>
              <a:rPr lang="en-US" sz="1300" b="1" spc="150">
                <a:solidFill>
                  <a:srgbClr val="F6C543"/>
                </a:solidFill>
                <a:latin typeface="Oswald"/>
                <a:ea typeface="Oswald"/>
                <a:cs typeface="Oswald"/>
                <a:sym typeface="Oswald"/>
              </a:rPr>
              <a:t>INFRA · CI/CD</a:t>
            </a:r>
            <a:endParaRPr sz="1300">
              <a:solidFill>
                <a:schemeClr val="lt1"/>
              </a:solidFill>
              <a:latin typeface="Noto Sans KR"/>
              <a:ea typeface="Noto Sans KR"/>
              <a:cs typeface="Noto Sans KR"/>
              <a:sym typeface="Noto Sans KR"/>
            </a:endParaRPr>
          </a:p>
        </p:txBody>
      </p:sp>
      <p:sp>
        <p:nvSpPr>
          <p:cNvPr id="215" name="Google Shape;215;p12"/>
          <p:cNvSpPr/>
          <p:nvPr/>
        </p:nvSpPr>
        <p:spPr>
          <a:xfrm>
            <a:off x="4627880" y="4518661"/>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16" name="Google Shape;216;p12" descr="AWS 로고"/>
          <p:cNvPicPr preferRelativeResize="0"/>
          <p:nvPr/>
        </p:nvPicPr>
        <p:blipFill rotWithShape="1">
          <a:blip r:embed="rId12">
            <a:alphaModFix/>
          </a:blip>
          <a:srcRect/>
          <a:stretch/>
        </p:blipFill>
        <p:spPr>
          <a:xfrm>
            <a:off x="4704080" y="4594861"/>
            <a:ext cx="254000" cy="254000"/>
          </a:xfrm>
          <a:prstGeom prst="rect">
            <a:avLst/>
          </a:prstGeom>
          <a:noFill/>
          <a:ln>
            <a:noFill/>
          </a:ln>
        </p:spPr>
      </p:pic>
      <p:sp>
        <p:nvSpPr>
          <p:cNvPr id="217" name="Google Shape;217;p12"/>
          <p:cNvSpPr/>
          <p:nvPr/>
        </p:nvSpPr>
        <p:spPr>
          <a:xfrm>
            <a:off x="5110480" y="4518661"/>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18" name="Google Shape;218;p12" descr="Docker 로고"/>
          <p:cNvPicPr preferRelativeResize="0"/>
          <p:nvPr/>
        </p:nvPicPr>
        <p:blipFill rotWithShape="1">
          <a:blip r:embed="rId13">
            <a:alphaModFix/>
          </a:blip>
          <a:srcRect/>
          <a:stretch/>
        </p:blipFill>
        <p:spPr>
          <a:xfrm>
            <a:off x="5186680" y="4594861"/>
            <a:ext cx="254000" cy="254000"/>
          </a:xfrm>
          <a:prstGeom prst="rect">
            <a:avLst/>
          </a:prstGeom>
          <a:noFill/>
          <a:ln>
            <a:noFill/>
          </a:ln>
        </p:spPr>
      </p:pic>
      <p:sp>
        <p:nvSpPr>
          <p:cNvPr id="219" name="Google Shape;219;p12"/>
          <p:cNvSpPr/>
          <p:nvPr/>
        </p:nvSpPr>
        <p:spPr>
          <a:xfrm>
            <a:off x="5593080" y="4518661"/>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20" name="Google Shape;220;p12" descr="nginx 로고"/>
          <p:cNvPicPr preferRelativeResize="0"/>
          <p:nvPr/>
        </p:nvPicPr>
        <p:blipFill rotWithShape="1">
          <a:blip r:embed="rId14">
            <a:alphaModFix/>
          </a:blip>
          <a:srcRect/>
          <a:stretch/>
        </p:blipFill>
        <p:spPr>
          <a:xfrm>
            <a:off x="5669280" y="4594861"/>
            <a:ext cx="254000" cy="254000"/>
          </a:xfrm>
          <a:prstGeom prst="rect">
            <a:avLst/>
          </a:prstGeom>
          <a:noFill/>
          <a:ln>
            <a:noFill/>
          </a:ln>
        </p:spPr>
      </p:pic>
      <p:sp>
        <p:nvSpPr>
          <p:cNvPr id="221" name="Google Shape;221;p12"/>
          <p:cNvSpPr/>
          <p:nvPr/>
        </p:nvSpPr>
        <p:spPr>
          <a:xfrm>
            <a:off x="6075680" y="4518661"/>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22" name="Google Shape;222;p12" descr="GitHub Actions 로고"/>
          <p:cNvPicPr preferRelativeResize="0"/>
          <p:nvPr/>
        </p:nvPicPr>
        <p:blipFill rotWithShape="1">
          <a:blip r:embed="rId15">
            <a:alphaModFix/>
          </a:blip>
          <a:srcRect/>
          <a:stretch/>
        </p:blipFill>
        <p:spPr>
          <a:xfrm>
            <a:off x="6151880" y="4594861"/>
            <a:ext cx="254000" cy="254000"/>
          </a:xfrm>
          <a:prstGeom prst="rect">
            <a:avLst/>
          </a:prstGeom>
          <a:noFill/>
          <a:ln>
            <a:noFill/>
          </a:ln>
        </p:spPr>
      </p:pic>
      <p:sp>
        <p:nvSpPr>
          <p:cNvPr id="223" name="Google Shape;223;p12"/>
          <p:cNvSpPr/>
          <p:nvPr/>
        </p:nvSpPr>
        <p:spPr>
          <a:xfrm>
            <a:off x="4627880" y="5052061"/>
            <a:ext cx="3024327"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AWS · Docker · nginx</a:t>
            </a:r>
            <a:endParaRPr sz="1500">
              <a:solidFill>
                <a:schemeClr val="lt1"/>
              </a:solidFill>
              <a:latin typeface="Noto Sans KR"/>
              <a:ea typeface="Noto Sans KR"/>
              <a:cs typeface="Noto Sans KR"/>
              <a:sym typeface="Noto Sans KR"/>
            </a:endParaRPr>
          </a:p>
        </p:txBody>
      </p:sp>
      <p:sp>
        <p:nvSpPr>
          <p:cNvPr id="224" name="Google Shape;224;p12"/>
          <p:cNvSpPr/>
          <p:nvPr/>
        </p:nvSpPr>
        <p:spPr>
          <a:xfrm>
            <a:off x="4627880" y="5407661"/>
            <a:ext cx="3024327"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GitHub Actions</a:t>
            </a:r>
            <a:endParaRPr sz="1200">
              <a:solidFill>
                <a:schemeClr val="lt1"/>
              </a:solidFill>
              <a:latin typeface="Noto Sans KR"/>
              <a:ea typeface="Noto Sans KR"/>
              <a:cs typeface="Noto Sans KR"/>
              <a:sym typeface="Noto Sans KR"/>
            </a:endParaRPr>
          </a:p>
        </p:txBody>
      </p:sp>
      <p:sp>
        <p:nvSpPr>
          <p:cNvPr id="225" name="Google Shape;225;p12"/>
          <p:cNvSpPr/>
          <p:nvPr/>
        </p:nvSpPr>
        <p:spPr>
          <a:xfrm>
            <a:off x="7978775" y="3955414"/>
            <a:ext cx="3397250" cy="1870710"/>
          </a:xfrm>
          <a:prstGeom prst="roundRect">
            <a:avLst>
              <a:gd name="adj" fmla="val 5261"/>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226" name="Google Shape;226;p12"/>
          <p:cNvSpPr/>
          <p:nvPr/>
        </p:nvSpPr>
        <p:spPr>
          <a:xfrm>
            <a:off x="8209280" y="4160521"/>
            <a:ext cx="3024327" cy="25654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300"/>
              <a:buFont typeface="Oswald"/>
              <a:buNone/>
            </a:pPr>
            <a:r>
              <a:rPr lang="en-US" sz="1300" b="1" spc="150">
                <a:solidFill>
                  <a:srgbClr val="F6C543"/>
                </a:solidFill>
                <a:latin typeface="Oswald"/>
                <a:ea typeface="Oswald"/>
                <a:cs typeface="Oswald"/>
                <a:sym typeface="Oswald"/>
              </a:rPr>
              <a:t>TEST</a:t>
            </a:r>
            <a:endParaRPr sz="1300">
              <a:solidFill>
                <a:schemeClr val="lt1"/>
              </a:solidFill>
              <a:latin typeface="Noto Sans KR"/>
              <a:ea typeface="Noto Sans KR"/>
              <a:cs typeface="Noto Sans KR"/>
              <a:sym typeface="Noto Sans KR"/>
            </a:endParaRPr>
          </a:p>
        </p:txBody>
      </p:sp>
      <p:sp>
        <p:nvSpPr>
          <p:cNvPr id="227" name="Google Shape;227;p12"/>
          <p:cNvSpPr/>
          <p:nvPr/>
        </p:nvSpPr>
        <p:spPr>
          <a:xfrm>
            <a:off x="8209280" y="4518661"/>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28" name="Google Shape;228;p12" descr="JUnit 5 로고"/>
          <p:cNvPicPr preferRelativeResize="0"/>
          <p:nvPr/>
        </p:nvPicPr>
        <p:blipFill rotWithShape="1">
          <a:blip r:embed="rId16">
            <a:alphaModFix/>
          </a:blip>
          <a:srcRect/>
          <a:stretch/>
        </p:blipFill>
        <p:spPr>
          <a:xfrm>
            <a:off x="8285480" y="4594861"/>
            <a:ext cx="254000" cy="254000"/>
          </a:xfrm>
          <a:prstGeom prst="rect">
            <a:avLst/>
          </a:prstGeom>
          <a:noFill/>
          <a:ln>
            <a:noFill/>
          </a:ln>
        </p:spPr>
      </p:pic>
      <p:sp>
        <p:nvSpPr>
          <p:cNvPr id="229" name="Google Shape;229;p12"/>
          <p:cNvSpPr/>
          <p:nvPr/>
        </p:nvSpPr>
        <p:spPr>
          <a:xfrm>
            <a:off x="8691880" y="4518661"/>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30" name="Google Shape;230;p12" descr="Vitest 로고"/>
          <p:cNvPicPr preferRelativeResize="0"/>
          <p:nvPr/>
        </p:nvPicPr>
        <p:blipFill rotWithShape="1">
          <a:blip r:embed="rId17">
            <a:alphaModFix/>
          </a:blip>
          <a:srcRect/>
          <a:stretch/>
        </p:blipFill>
        <p:spPr>
          <a:xfrm>
            <a:off x="8768080" y="4594861"/>
            <a:ext cx="254000" cy="254000"/>
          </a:xfrm>
          <a:prstGeom prst="rect">
            <a:avLst/>
          </a:prstGeom>
          <a:noFill/>
          <a:ln>
            <a:noFill/>
          </a:ln>
        </p:spPr>
      </p:pic>
      <p:sp>
        <p:nvSpPr>
          <p:cNvPr id="231" name="Google Shape;231;p12"/>
          <p:cNvSpPr/>
          <p:nvPr/>
        </p:nvSpPr>
        <p:spPr>
          <a:xfrm>
            <a:off x="9174480" y="4518661"/>
            <a:ext cx="406400" cy="406400"/>
          </a:xfrm>
          <a:prstGeom prst="roundRect">
            <a:avLst>
              <a:gd name="adj" fmla="val 21875"/>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32" name="Google Shape;232;p12" descr="k6 로고"/>
          <p:cNvPicPr preferRelativeResize="0"/>
          <p:nvPr/>
        </p:nvPicPr>
        <p:blipFill rotWithShape="1">
          <a:blip r:embed="rId18">
            <a:alphaModFix/>
          </a:blip>
          <a:srcRect/>
          <a:stretch/>
        </p:blipFill>
        <p:spPr>
          <a:xfrm>
            <a:off x="9250680" y="4594861"/>
            <a:ext cx="254000" cy="254000"/>
          </a:xfrm>
          <a:prstGeom prst="rect">
            <a:avLst/>
          </a:prstGeom>
          <a:noFill/>
          <a:ln>
            <a:noFill/>
          </a:ln>
        </p:spPr>
      </p:pic>
      <p:sp>
        <p:nvSpPr>
          <p:cNvPr id="233" name="Google Shape;233;p12"/>
          <p:cNvSpPr/>
          <p:nvPr/>
        </p:nvSpPr>
        <p:spPr>
          <a:xfrm>
            <a:off x="8209280" y="5052061"/>
            <a:ext cx="3024327"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JUnit 5 · Vitest</a:t>
            </a:r>
            <a:endParaRPr sz="1500">
              <a:solidFill>
                <a:schemeClr val="lt1"/>
              </a:solidFill>
              <a:latin typeface="Noto Sans KR"/>
              <a:ea typeface="Noto Sans KR"/>
              <a:cs typeface="Noto Sans KR"/>
              <a:sym typeface="Noto Sans KR"/>
            </a:endParaRPr>
          </a:p>
        </p:txBody>
      </p:sp>
      <p:sp>
        <p:nvSpPr>
          <p:cNvPr id="234" name="Google Shape;234;p12"/>
          <p:cNvSpPr/>
          <p:nvPr/>
        </p:nvSpPr>
        <p:spPr>
          <a:xfrm>
            <a:off x="8209280" y="5407661"/>
            <a:ext cx="3024327"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k6 부하 테스트</a:t>
            </a:r>
            <a:endParaRPr sz="1200">
              <a:solidFill>
                <a:schemeClr val="lt1"/>
              </a:solidFill>
              <a:latin typeface="Noto Sans KR"/>
              <a:ea typeface="Noto Sans KR"/>
              <a:cs typeface="Noto Sans KR"/>
              <a:sym typeface="Noto Sans KR"/>
            </a:endParaRPr>
          </a:p>
        </p:txBody>
      </p:sp>
      <p:sp>
        <p:nvSpPr>
          <p:cNvPr id="235" name="Google Shape;235;p12"/>
          <p:cNvSpPr/>
          <p:nvPr/>
        </p:nvSpPr>
        <p:spPr>
          <a:xfrm>
            <a:off x="812800" y="6238239"/>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236" name="Google Shape;236;p12"/>
          <p:cNvSpPr/>
          <p:nvPr/>
        </p:nvSpPr>
        <p:spPr>
          <a:xfrm>
            <a:off x="10058400" y="6238239"/>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06</a:t>
            </a:r>
            <a:endParaRPr sz="1200">
              <a:solidFill>
                <a:schemeClr val="lt1"/>
              </a:solidFill>
              <a:latin typeface="Noto Sans KR"/>
              <a:ea typeface="Noto Sans KR"/>
              <a:cs typeface="Noto Sans KR"/>
              <a:sym typeface="Noto Sans K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F11"/>
        </a:solidFill>
        <a:effectLst/>
      </p:bgPr>
    </p:bg>
    <p:spTree>
      <p:nvGrpSpPr>
        <p:cNvPr id="1" name="Shape 241"/>
        <p:cNvGrpSpPr/>
        <p:nvPr/>
      </p:nvGrpSpPr>
      <p:grpSpPr>
        <a:xfrm>
          <a:off x="0" y="0"/>
          <a:ext cx="0" cy="0"/>
          <a:chOff x="0" y="0"/>
          <a:chExt cx="0" cy="0"/>
        </a:xfrm>
      </p:grpSpPr>
      <p:sp>
        <p:nvSpPr>
          <p:cNvPr id="242" name="Google Shape;242;p13"/>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243" name="Google Shape;243;p13"/>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sz="1400" b="1" spc="200">
                <a:solidFill>
                  <a:srgbClr val="F6C543"/>
                </a:solidFill>
                <a:latin typeface="Oswald"/>
                <a:ea typeface="Oswald"/>
                <a:cs typeface="Oswald"/>
                <a:sym typeface="Oswald"/>
              </a:rPr>
              <a:t>02 / 기술 스택·협업</a:t>
            </a:r>
            <a:endParaRPr sz="1400">
              <a:solidFill>
                <a:schemeClr val="lt1"/>
              </a:solidFill>
              <a:latin typeface="Noto Sans KR"/>
              <a:ea typeface="Noto Sans KR"/>
              <a:cs typeface="Noto Sans KR"/>
              <a:sym typeface="Noto Sans KR"/>
            </a:endParaRPr>
          </a:p>
        </p:txBody>
      </p:sp>
      <p:sp>
        <p:nvSpPr>
          <p:cNvPr id="244" name="Google Shape;244;p13"/>
          <p:cNvSpPr txBox="1">
            <a:spLocks noGrp="1"/>
          </p:cNvSpPr>
          <p:nvPr>
            <p:ph type="title"/>
          </p:nvPr>
        </p:nvSpPr>
        <p:spPr>
          <a:xfrm>
            <a:off x="812800" y="1150621"/>
            <a:ext cx="10883392" cy="49276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F5F5F7"/>
              </a:buClr>
              <a:buSzPts val="3200"/>
              <a:buFont typeface="Noto Sans KR"/>
              <a:buNone/>
            </a:pPr>
            <a:r>
              <a:rPr lang="en-US" sz="3200" b="1" i="0" spc="-50">
                <a:solidFill>
                  <a:srgbClr val="F5F5F7"/>
                </a:solidFill>
                <a:latin typeface="Noto Sans KR"/>
                <a:ea typeface="Noto Sans KR"/>
                <a:cs typeface="Noto Sans KR"/>
                <a:sym typeface="Noto Sans KR"/>
              </a:rPr>
              <a:t>설계부터 배포까지의 협업 흐름</a:t>
            </a:r>
            <a:endParaRPr sz="3200"/>
          </a:p>
        </p:txBody>
      </p:sp>
      <p:grpSp>
        <p:nvGrpSpPr>
          <p:cNvPr id="245" name="Google Shape;245;p13"/>
          <p:cNvGrpSpPr/>
          <p:nvPr/>
        </p:nvGrpSpPr>
        <p:grpSpPr>
          <a:xfrm>
            <a:off x="819150" y="2766235"/>
            <a:ext cx="10560050" cy="1690370"/>
            <a:chOff x="815975" y="2771316"/>
            <a:chExt cx="10560050" cy="1690370"/>
          </a:xfrm>
        </p:grpSpPr>
        <p:sp>
          <p:nvSpPr>
            <p:cNvPr id="246" name="Google Shape;246;p13"/>
            <p:cNvSpPr/>
            <p:nvPr/>
          </p:nvSpPr>
          <p:spPr>
            <a:xfrm>
              <a:off x="815975" y="2771316"/>
              <a:ext cx="1741170" cy="1690370"/>
            </a:xfrm>
            <a:prstGeom prst="roundRect">
              <a:avLst>
                <a:gd name="adj" fmla="val 5823"/>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247" name="Google Shape;247;p13"/>
            <p:cNvSpPr/>
            <p:nvPr/>
          </p:nvSpPr>
          <p:spPr>
            <a:xfrm>
              <a:off x="1381760" y="3001820"/>
              <a:ext cx="609600" cy="609600"/>
            </a:xfrm>
            <a:prstGeom prst="roundRect">
              <a:avLst>
                <a:gd name="adj" fmla="val 20833"/>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48" name="Google Shape;248;p13" descr="Figma 로고"/>
            <p:cNvPicPr preferRelativeResize="0"/>
            <p:nvPr/>
          </p:nvPicPr>
          <p:blipFill rotWithShape="1">
            <a:blip r:embed="rId3">
              <a:alphaModFix/>
            </a:blip>
            <a:srcRect/>
            <a:stretch/>
          </p:blipFill>
          <p:spPr>
            <a:xfrm>
              <a:off x="1496060" y="3116120"/>
              <a:ext cx="381000" cy="381000"/>
            </a:xfrm>
            <a:prstGeom prst="rect">
              <a:avLst/>
            </a:prstGeom>
            <a:noFill/>
            <a:ln>
              <a:noFill/>
            </a:ln>
          </p:spPr>
        </p:pic>
        <p:sp>
          <p:nvSpPr>
            <p:cNvPr id="249" name="Google Shape;249;p13"/>
            <p:cNvSpPr/>
            <p:nvPr/>
          </p:nvSpPr>
          <p:spPr>
            <a:xfrm>
              <a:off x="1333706" y="3700320"/>
              <a:ext cx="705707" cy="2540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Figma</a:t>
              </a:r>
              <a:endParaRPr sz="1500">
                <a:solidFill>
                  <a:schemeClr val="lt1"/>
                </a:solidFill>
                <a:latin typeface="Noto Sans KR"/>
                <a:ea typeface="Noto Sans KR"/>
                <a:cs typeface="Noto Sans KR"/>
                <a:sym typeface="Noto Sans KR"/>
              </a:endParaRPr>
            </a:p>
          </p:txBody>
        </p:sp>
        <p:sp>
          <p:nvSpPr>
            <p:cNvPr id="250" name="Google Shape;250;p13"/>
            <p:cNvSpPr/>
            <p:nvPr/>
          </p:nvSpPr>
          <p:spPr>
            <a:xfrm>
              <a:off x="1329563" y="4017820"/>
              <a:ext cx="713994" cy="23876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화면 설계</a:t>
              </a:r>
              <a:endParaRPr sz="1200">
                <a:solidFill>
                  <a:schemeClr val="lt1"/>
                </a:solidFill>
                <a:latin typeface="Noto Sans KR"/>
                <a:ea typeface="Noto Sans KR"/>
                <a:cs typeface="Noto Sans KR"/>
                <a:sym typeface="Noto Sans KR"/>
              </a:endParaRPr>
            </a:p>
          </p:txBody>
        </p:sp>
        <p:pic>
          <p:nvPicPr>
            <p:cNvPr id="251" name="Google Shape;251;p13" descr="arrow-right"/>
            <p:cNvPicPr preferRelativeResize="0"/>
            <p:nvPr/>
          </p:nvPicPr>
          <p:blipFill rotWithShape="1">
            <a:blip r:embed="rId4">
              <a:alphaModFix/>
            </a:blip>
            <a:srcRect/>
            <a:stretch/>
          </p:blipFill>
          <p:spPr>
            <a:xfrm>
              <a:off x="2661920" y="3552998"/>
              <a:ext cx="254000" cy="127000"/>
            </a:xfrm>
            <a:prstGeom prst="rect">
              <a:avLst/>
            </a:prstGeom>
            <a:noFill/>
            <a:ln>
              <a:noFill/>
            </a:ln>
          </p:spPr>
        </p:pic>
        <p:sp>
          <p:nvSpPr>
            <p:cNvPr id="252" name="Google Shape;252;p13"/>
            <p:cNvSpPr/>
            <p:nvPr/>
          </p:nvSpPr>
          <p:spPr>
            <a:xfrm>
              <a:off x="3020695" y="2771316"/>
              <a:ext cx="1741170" cy="1690370"/>
            </a:xfrm>
            <a:prstGeom prst="roundRect">
              <a:avLst>
                <a:gd name="adj" fmla="val 5823"/>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253" name="Google Shape;253;p13"/>
            <p:cNvSpPr/>
            <p:nvPr/>
          </p:nvSpPr>
          <p:spPr>
            <a:xfrm>
              <a:off x="3586480" y="3001820"/>
              <a:ext cx="609600" cy="609600"/>
            </a:xfrm>
            <a:prstGeom prst="roundRect">
              <a:avLst>
                <a:gd name="adj" fmla="val 20833"/>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54" name="Google Shape;254;p13" descr="Notion 로고"/>
            <p:cNvPicPr preferRelativeResize="0"/>
            <p:nvPr/>
          </p:nvPicPr>
          <p:blipFill rotWithShape="1">
            <a:blip r:embed="rId5">
              <a:alphaModFix/>
            </a:blip>
            <a:srcRect/>
            <a:stretch/>
          </p:blipFill>
          <p:spPr>
            <a:xfrm>
              <a:off x="3700780" y="3116120"/>
              <a:ext cx="381000" cy="381000"/>
            </a:xfrm>
            <a:prstGeom prst="rect">
              <a:avLst/>
            </a:prstGeom>
            <a:noFill/>
            <a:ln>
              <a:noFill/>
            </a:ln>
          </p:spPr>
        </p:pic>
        <p:sp>
          <p:nvSpPr>
            <p:cNvPr id="255" name="Google Shape;255;p13"/>
            <p:cNvSpPr/>
            <p:nvPr/>
          </p:nvSpPr>
          <p:spPr>
            <a:xfrm>
              <a:off x="3505140" y="3700320"/>
              <a:ext cx="772239" cy="2540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Notion</a:t>
              </a:r>
              <a:endParaRPr sz="1500">
                <a:solidFill>
                  <a:schemeClr val="lt1"/>
                </a:solidFill>
                <a:latin typeface="Noto Sans KR"/>
                <a:ea typeface="Noto Sans KR"/>
                <a:cs typeface="Noto Sans KR"/>
                <a:sym typeface="Noto Sans KR"/>
              </a:endParaRPr>
            </a:p>
          </p:txBody>
        </p:sp>
        <p:sp>
          <p:nvSpPr>
            <p:cNvPr id="256" name="Google Shape;256;p13"/>
            <p:cNvSpPr/>
            <p:nvPr/>
          </p:nvSpPr>
          <p:spPr>
            <a:xfrm>
              <a:off x="3131380" y="4017820"/>
              <a:ext cx="1519761" cy="23876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역할 분담, 정보 공유</a:t>
              </a:r>
              <a:endParaRPr sz="1200">
                <a:solidFill>
                  <a:schemeClr val="lt1"/>
                </a:solidFill>
                <a:latin typeface="Noto Sans KR"/>
                <a:ea typeface="Noto Sans KR"/>
                <a:cs typeface="Noto Sans KR"/>
                <a:sym typeface="Noto Sans KR"/>
              </a:endParaRPr>
            </a:p>
          </p:txBody>
        </p:sp>
        <p:pic>
          <p:nvPicPr>
            <p:cNvPr id="257" name="Google Shape;257;p13" descr="arrow-right"/>
            <p:cNvPicPr preferRelativeResize="0"/>
            <p:nvPr/>
          </p:nvPicPr>
          <p:blipFill rotWithShape="1">
            <a:blip r:embed="rId4">
              <a:alphaModFix/>
            </a:blip>
            <a:srcRect/>
            <a:stretch/>
          </p:blipFill>
          <p:spPr>
            <a:xfrm>
              <a:off x="4866640" y="3552998"/>
              <a:ext cx="254000" cy="127000"/>
            </a:xfrm>
            <a:prstGeom prst="rect">
              <a:avLst/>
            </a:prstGeom>
            <a:noFill/>
            <a:ln>
              <a:noFill/>
            </a:ln>
          </p:spPr>
        </p:pic>
        <p:sp>
          <p:nvSpPr>
            <p:cNvPr id="258" name="Google Shape;258;p13"/>
            <p:cNvSpPr/>
            <p:nvPr/>
          </p:nvSpPr>
          <p:spPr>
            <a:xfrm>
              <a:off x="5225415" y="2771316"/>
              <a:ext cx="1741170" cy="1690370"/>
            </a:xfrm>
            <a:prstGeom prst="roundRect">
              <a:avLst>
                <a:gd name="adj" fmla="val 5823"/>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259" name="Google Shape;259;p13"/>
            <p:cNvSpPr/>
            <p:nvPr/>
          </p:nvSpPr>
          <p:spPr>
            <a:xfrm>
              <a:off x="5791200" y="3001820"/>
              <a:ext cx="609600" cy="609600"/>
            </a:xfrm>
            <a:prstGeom prst="roundRect">
              <a:avLst>
                <a:gd name="adj" fmla="val 20833"/>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60" name="Google Shape;260;p13" descr="GitHub 로고"/>
            <p:cNvPicPr preferRelativeResize="0"/>
            <p:nvPr/>
          </p:nvPicPr>
          <p:blipFill rotWithShape="1">
            <a:blip r:embed="rId6">
              <a:alphaModFix/>
            </a:blip>
            <a:srcRect/>
            <a:stretch/>
          </p:blipFill>
          <p:spPr>
            <a:xfrm>
              <a:off x="5905500" y="3116120"/>
              <a:ext cx="381000" cy="381000"/>
            </a:xfrm>
            <a:prstGeom prst="rect">
              <a:avLst/>
            </a:prstGeom>
            <a:noFill/>
            <a:ln>
              <a:noFill/>
            </a:ln>
          </p:spPr>
        </p:pic>
        <p:sp>
          <p:nvSpPr>
            <p:cNvPr id="261" name="Google Shape;261;p13"/>
            <p:cNvSpPr/>
            <p:nvPr/>
          </p:nvSpPr>
          <p:spPr>
            <a:xfrm>
              <a:off x="5692045" y="3700320"/>
              <a:ext cx="807911" cy="2540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GitHub</a:t>
              </a:r>
              <a:endParaRPr sz="1500">
                <a:solidFill>
                  <a:schemeClr val="lt1"/>
                </a:solidFill>
                <a:latin typeface="Noto Sans KR"/>
                <a:ea typeface="Noto Sans KR"/>
                <a:cs typeface="Noto Sans KR"/>
                <a:sym typeface="Noto Sans KR"/>
              </a:endParaRPr>
            </a:p>
          </p:txBody>
        </p:sp>
        <p:sp>
          <p:nvSpPr>
            <p:cNvPr id="262" name="Google Shape;262;p13"/>
            <p:cNvSpPr/>
            <p:nvPr/>
          </p:nvSpPr>
          <p:spPr>
            <a:xfrm>
              <a:off x="5493024" y="4017820"/>
              <a:ext cx="1205913" cy="23876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브랜치, PR 리뷰</a:t>
              </a:r>
              <a:endParaRPr sz="1200">
                <a:solidFill>
                  <a:schemeClr val="lt1"/>
                </a:solidFill>
                <a:latin typeface="Noto Sans KR"/>
                <a:ea typeface="Noto Sans KR"/>
                <a:cs typeface="Noto Sans KR"/>
                <a:sym typeface="Noto Sans KR"/>
              </a:endParaRPr>
            </a:p>
          </p:txBody>
        </p:sp>
        <p:pic>
          <p:nvPicPr>
            <p:cNvPr id="263" name="Google Shape;263;p13" descr="arrow-right"/>
            <p:cNvPicPr preferRelativeResize="0"/>
            <p:nvPr/>
          </p:nvPicPr>
          <p:blipFill rotWithShape="1">
            <a:blip r:embed="rId4">
              <a:alphaModFix/>
            </a:blip>
            <a:srcRect/>
            <a:stretch/>
          </p:blipFill>
          <p:spPr>
            <a:xfrm>
              <a:off x="7071360" y="3552998"/>
              <a:ext cx="254000" cy="127000"/>
            </a:xfrm>
            <a:prstGeom prst="rect">
              <a:avLst/>
            </a:prstGeom>
            <a:noFill/>
            <a:ln>
              <a:noFill/>
            </a:ln>
          </p:spPr>
        </p:pic>
        <p:sp>
          <p:nvSpPr>
            <p:cNvPr id="264" name="Google Shape;264;p13"/>
            <p:cNvSpPr/>
            <p:nvPr/>
          </p:nvSpPr>
          <p:spPr>
            <a:xfrm>
              <a:off x="7430135" y="2771316"/>
              <a:ext cx="1741170" cy="1690370"/>
            </a:xfrm>
            <a:prstGeom prst="roundRect">
              <a:avLst>
                <a:gd name="adj" fmla="val 5823"/>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265" name="Google Shape;265;p13"/>
            <p:cNvSpPr/>
            <p:nvPr/>
          </p:nvSpPr>
          <p:spPr>
            <a:xfrm>
              <a:off x="7995920" y="3001820"/>
              <a:ext cx="609600" cy="609600"/>
            </a:xfrm>
            <a:prstGeom prst="roundRect">
              <a:avLst>
                <a:gd name="adj" fmla="val 20833"/>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66" name="Google Shape;266;p13" descr="GitHub Actions 로고"/>
            <p:cNvPicPr preferRelativeResize="0"/>
            <p:nvPr/>
          </p:nvPicPr>
          <p:blipFill rotWithShape="1">
            <a:blip r:embed="rId7">
              <a:alphaModFix/>
            </a:blip>
            <a:srcRect/>
            <a:stretch/>
          </p:blipFill>
          <p:spPr>
            <a:xfrm>
              <a:off x="8110220" y="3116120"/>
              <a:ext cx="381000" cy="381000"/>
            </a:xfrm>
            <a:prstGeom prst="rect">
              <a:avLst/>
            </a:prstGeom>
            <a:noFill/>
            <a:ln>
              <a:noFill/>
            </a:ln>
          </p:spPr>
        </p:pic>
        <p:sp>
          <p:nvSpPr>
            <p:cNvPr id="267" name="Google Shape;267;p13"/>
            <p:cNvSpPr/>
            <p:nvPr/>
          </p:nvSpPr>
          <p:spPr>
            <a:xfrm>
              <a:off x="7878620" y="3700320"/>
              <a:ext cx="844201" cy="2540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Actions</a:t>
              </a:r>
              <a:endParaRPr sz="1500">
                <a:solidFill>
                  <a:schemeClr val="lt1"/>
                </a:solidFill>
                <a:latin typeface="Noto Sans KR"/>
                <a:ea typeface="Noto Sans KR"/>
                <a:cs typeface="Noto Sans KR"/>
                <a:sym typeface="Noto Sans KR"/>
              </a:endParaRPr>
            </a:p>
          </p:txBody>
        </p:sp>
        <p:sp>
          <p:nvSpPr>
            <p:cNvPr id="268" name="Google Shape;268;p13"/>
            <p:cNvSpPr/>
            <p:nvPr/>
          </p:nvSpPr>
          <p:spPr>
            <a:xfrm>
              <a:off x="7645448" y="4017820"/>
              <a:ext cx="1310545" cy="23876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자동 테스트, 빌드</a:t>
              </a:r>
              <a:endParaRPr sz="1200">
                <a:solidFill>
                  <a:schemeClr val="lt1"/>
                </a:solidFill>
                <a:latin typeface="Noto Sans KR"/>
                <a:ea typeface="Noto Sans KR"/>
                <a:cs typeface="Noto Sans KR"/>
                <a:sym typeface="Noto Sans KR"/>
              </a:endParaRPr>
            </a:p>
          </p:txBody>
        </p:sp>
        <p:pic>
          <p:nvPicPr>
            <p:cNvPr id="269" name="Google Shape;269;p13" descr="arrow-right"/>
            <p:cNvPicPr preferRelativeResize="0"/>
            <p:nvPr/>
          </p:nvPicPr>
          <p:blipFill rotWithShape="1">
            <a:blip r:embed="rId4">
              <a:alphaModFix/>
            </a:blip>
            <a:srcRect/>
            <a:stretch/>
          </p:blipFill>
          <p:spPr>
            <a:xfrm>
              <a:off x="9276080" y="3552998"/>
              <a:ext cx="254000" cy="127000"/>
            </a:xfrm>
            <a:prstGeom prst="rect">
              <a:avLst/>
            </a:prstGeom>
            <a:noFill/>
            <a:ln>
              <a:noFill/>
            </a:ln>
          </p:spPr>
        </p:pic>
        <p:sp>
          <p:nvSpPr>
            <p:cNvPr id="270" name="Google Shape;270;p13"/>
            <p:cNvSpPr/>
            <p:nvPr/>
          </p:nvSpPr>
          <p:spPr>
            <a:xfrm>
              <a:off x="9634855" y="2771316"/>
              <a:ext cx="1741170" cy="1690370"/>
            </a:xfrm>
            <a:prstGeom prst="roundRect">
              <a:avLst>
                <a:gd name="adj" fmla="val 5823"/>
              </a:avLst>
            </a:prstGeom>
            <a:solidFill>
              <a:srgbClr val="F6C543"/>
            </a:solidFill>
            <a:ln w="9525" cap="flat" cmpd="sng">
              <a:solidFill>
                <a:srgbClr val="F6C54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271" name="Google Shape;271;p13"/>
            <p:cNvSpPr/>
            <p:nvPr/>
          </p:nvSpPr>
          <p:spPr>
            <a:xfrm>
              <a:off x="10200640" y="3001820"/>
              <a:ext cx="609600" cy="609600"/>
            </a:xfrm>
            <a:prstGeom prst="roundRect">
              <a:avLst>
                <a:gd name="adj" fmla="val 20833"/>
              </a:avLst>
            </a:prstGeom>
            <a:solidFill>
              <a:srgbClr val="F5F5F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272" name="Google Shape;272;p13" descr="AWS 로고"/>
            <p:cNvPicPr preferRelativeResize="0"/>
            <p:nvPr/>
          </p:nvPicPr>
          <p:blipFill rotWithShape="1">
            <a:blip r:embed="rId8">
              <a:alphaModFix/>
            </a:blip>
            <a:srcRect/>
            <a:stretch/>
          </p:blipFill>
          <p:spPr>
            <a:xfrm>
              <a:off x="10314940" y="3116120"/>
              <a:ext cx="381000" cy="381000"/>
            </a:xfrm>
            <a:prstGeom prst="rect">
              <a:avLst/>
            </a:prstGeom>
            <a:noFill/>
            <a:ln>
              <a:noFill/>
            </a:ln>
          </p:spPr>
        </p:pic>
        <p:sp>
          <p:nvSpPr>
            <p:cNvPr id="273" name="Google Shape;273;p13"/>
            <p:cNvSpPr/>
            <p:nvPr/>
          </p:nvSpPr>
          <p:spPr>
            <a:xfrm>
              <a:off x="10254028" y="3700320"/>
              <a:ext cx="502825" cy="2540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14161B"/>
                </a:buClr>
                <a:buSzPts val="1500"/>
                <a:buFont typeface="Noto Sans KR"/>
                <a:buNone/>
              </a:pPr>
              <a:r>
                <a:rPr lang="en-US" sz="1500" b="1">
                  <a:solidFill>
                    <a:srgbClr val="14161B"/>
                  </a:solidFill>
                  <a:latin typeface="Noto Sans KR"/>
                  <a:ea typeface="Noto Sans KR"/>
                  <a:cs typeface="Noto Sans KR"/>
                  <a:sym typeface="Noto Sans KR"/>
                </a:rPr>
                <a:t>AWS</a:t>
              </a:r>
              <a:endParaRPr sz="1500">
                <a:solidFill>
                  <a:schemeClr val="lt1"/>
                </a:solidFill>
                <a:latin typeface="Noto Sans KR"/>
                <a:ea typeface="Noto Sans KR"/>
                <a:cs typeface="Noto Sans KR"/>
                <a:sym typeface="Noto Sans KR"/>
              </a:endParaRPr>
            </a:p>
          </p:txBody>
        </p:sp>
        <p:sp>
          <p:nvSpPr>
            <p:cNvPr id="274" name="Google Shape;274;p13"/>
            <p:cNvSpPr/>
            <p:nvPr/>
          </p:nvSpPr>
          <p:spPr>
            <a:xfrm>
              <a:off x="10017193" y="4017820"/>
              <a:ext cx="976455" cy="23876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14161B"/>
                </a:buClr>
                <a:buSzPts val="1200"/>
                <a:buFont typeface="Noto Sans KR"/>
                <a:buNone/>
              </a:pPr>
              <a:r>
                <a:rPr lang="en-US" sz="1200">
                  <a:solidFill>
                    <a:srgbClr val="14161B"/>
                  </a:solidFill>
                  <a:latin typeface="Noto Sans KR"/>
                  <a:ea typeface="Noto Sans KR"/>
                  <a:cs typeface="Noto Sans KR"/>
                  <a:sym typeface="Noto Sans KR"/>
                </a:rPr>
                <a:t>Docker 배포</a:t>
              </a:r>
              <a:endParaRPr sz="1200">
                <a:solidFill>
                  <a:schemeClr val="lt1"/>
                </a:solidFill>
                <a:latin typeface="Noto Sans KR"/>
                <a:ea typeface="Noto Sans KR"/>
                <a:cs typeface="Noto Sans KR"/>
                <a:sym typeface="Noto Sans KR"/>
              </a:endParaRPr>
            </a:p>
          </p:txBody>
        </p:sp>
      </p:grpSp>
      <p:sp>
        <p:nvSpPr>
          <p:cNvPr id="275" name="Google Shape;275;p13"/>
          <p:cNvSpPr/>
          <p:nvPr/>
        </p:nvSpPr>
        <p:spPr>
          <a:xfrm>
            <a:off x="812800" y="6238239"/>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276" name="Google Shape;276;p13"/>
          <p:cNvSpPr/>
          <p:nvPr/>
        </p:nvSpPr>
        <p:spPr>
          <a:xfrm>
            <a:off x="10058400" y="6238239"/>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07</a:t>
            </a:r>
            <a:endParaRPr sz="1200">
              <a:solidFill>
                <a:schemeClr val="lt1"/>
              </a:solidFill>
              <a:latin typeface="Noto Sans KR"/>
              <a:ea typeface="Noto Sans KR"/>
              <a:cs typeface="Noto Sans KR"/>
              <a:sym typeface="Noto Sans K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F11"/>
        </a:solidFill>
        <a:effectLst/>
      </p:bgPr>
    </p:bg>
    <p:spTree>
      <p:nvGrpSpPr>
        <p:cNvPr id="1" name="Shape 281"/>
        <p:cNvGrpSpPr/>
        <p:nvPr/>
      </p:nvGrpSpPr>
      <p:grpSpPr>
        <a:xfrm>
          <a:off x="0" y="0"/>
          <a:ext cx="0" cy="0"/>
          <a:chOff x="0" y="0"/>
          <a:chExt cx="0" cy="0"/>
        </a:xfrm>
      </p:grpSpPr>
      <p:sp>
        <p:nvSpPr>
          <p:cNvPr id="282" name="Google Shape;282;p14"/>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283" name="Google Shape;283;p14"/>
          <p:cNvSpPr/>
          <p:nvPr/>
        </p:nvSpPr>
        <p:spPr>
          <a:xfrm>
            <a:off x="254000" y="254000"/>
            <a:ext cx="9867900" cy="6350000"/>
          </a:xfrm>
          <a:prstGeom prst="roundRect">
            <a:avLst>
              <a:gd name="adj" fmla="val 1200"/>
            </a:avLst>
          </a:prstGeom>
          <a:solidFill>
            <a:srgbClr val="FBFBF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284" name="Google Shape;284;p14"/>
          <p:cNvSpPr/>
          <p:nvPr/>
        </p:nvSpPr>
        <p:spPr>
          <a:xfrm>
            <a:off x="10350500" y="406400"/>
            <a:ext cx="1638300" cy="585472"/>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sz="1400" b="1" spc="200">
                <a:solidFill>
                  <a:srgbClr val="F6C543"/>
                </a:solidFill>
                <a:latin typeface="Oswald"/>
                <a:ea typeface="Oswald"/>
                <a:cs typeface="Oswald"/>
                <a:sym typeface="Oswald"/>
              </a:rPr>
              <a:t>0</a:t>
            </a:r>
            <a:r>
              <a:rPr lang="en-US" b="1" spc="200">
                <a:solidFill>
                  <a:srgbClr val="F6C543"/>
                </a:solidFill>
                <a:latin typeface="Oswald"/>
                <a:ea typeface="Oswald"/>
                <a:cs typeface="Oswald"/>
                <a:sym typeface="Oswald"/>
              </a:rPr>
              <a:t>3</a:t>
            </a:r>
            <a:endParaRPr/>
          </a:p>
          <a:p>
            <a:pPr marL="0" marR="0" lvl="0" indent="0" algn="l" rtl="0">
              <a:lnSpc>
                <a:spcPct val="140000"/>
              </a:lnSpc>
              <a:spcBef>
                <a:spcPts val="0"/>
              </a:spcBef>
              <a:spcAft>
                <a:spcPts val="0"/>
              </a:spcAft>
              <a:buClr>
                <a:srgbClr val="F6C543"/>
              </a:buClr>
              <a:buSzPts val="1400"/>
              <a:buFont typeface="Oswald"/>
              <a:buNone/>
            </a:pPr>
            <a:r>
              <a:rPr lang="en-US" sz="1400" b="1" spc="200">
                <a:solidFill>
                  <a:srgbClr val="F6C543"/>
                </a:solidFill>
                <a:latin typeface="Oswald"/>
                <a:ea typeface="Oswald"/>
                <a:cs typeface="Oswald"/>
                <a:sym typeface="Oswald"/>
              </a:rPr>
              <a:t>데이터베이스 설계</a:t>
            </a:r>
            <a:endParaRPr sz="1400">
              <a:solidFill>
                <a:schemeClr val="lt1"/>
              </a:solidFill>
              <a:latin typeface="Noto Sans KR"/>
              <a:ea typeface="Noto Sans KR"/>
              <a:cs typeface="Noto Sans KR"/>
              <a:sym typeface="Noto Sans KR"/>
            </a:endParaRPr>
          </a:p>
        </p:txBody>
      </p:sp>
      <p:sp>
        <p:nvSpPr>
          <p:cNvPr id="285" name="Google Shape;285;p14"/>
          <p:cNvSpPr txBox="1">
            <a:spLocks noGrp="1"/>
          </p:cNvSpPr>
          <p:nvPr>
            <p:ph type="title"/>
          </p:nvPr>
        </p:nvSpPr>
        <p:spPr>
          <a:xfrm>
            <a:off x="10350500" y="1303972"/>
            <a:ext cx="1638300" cy="635100"/>
          </a:xfrm>
          <a:prstGeom prst="rect">
            <a:avLst/>
          </a:prstGeom>
          <a:noFill/>
          <a:ln>
            <a:noFill/>
          </a:ln>
        </p:spPr>
        <p:txBody>
          <a:bodyPr spcFirstLastPara="1" wrap="square" lIns="0" tIns="0" rIns="0" bIns="0" anchor="t" anchorCtr="0">
            <a:normAutofit fontScale="90000"/>
          </a:bodyPr>
          <a:lstStyle/>
          <a:p>
            <a:pPr marL="0" lvl="0" indent="0" algn="l" rtl="0">
              <a:lnSpc>
                <a:spcPct val="100000"/>
              </a:lnSpc>
              <a:spcBef>
                <a:spcPts val="0"/>
              </a:spcBef>
              <a:spcAft>
                <a:spcPts val="0"/>
              </a:spcAft>
              <a:buClr>
                <a:srgbClr val="F5F5F7"/>
              </a:buClr>
              <a:buSzPct val="100000"/>
              <a:buFont typeface="Noto Sans KR"/>
              <a:buNone/>
            </a:pPr>
            <a:r>
              <a:rPr lang="en-US" sz="4800" b="1" i="0">
                <a:solidFill>
                  <a:srgbClr val="F5F5F7"/>
                </a:solidFill>
                <a:latin typeface="Noto Sans KR"/>
                <a:ea typeface="Noto Sans KR"/>
                <a:cs typeface="Noto Sans KR"/>
                <a:sym typeface="Noto Sans KR"/>
              </a:rPr>
              <a:t>ERD</a:t>
            </a:r>
            <a:endParaRPr sz="4800">
              <a:latin typeface="Noto Sans KR"/>
              <a:ea typeface="Noto Sans KR"/>
              <a:cs typeface="Noto Sans KR"/>
              <a:sym typeface="Noto Sans KR"/>
            </a:endParaRPr>
          </a:p>
        </p:txBody>
      </p:sp>
      <p:sp>
        <p:nvSpPr>
          <p:cNvPr id="286" name="Google Shape;286;p14"/>
          <p:cNvSpPr/>
          <p:nvPr/>
        </p:nvSpPr>
        <p:spPr>
          <a:xfrm>
            <a:off x="10350500" y="2015172"/>
            <a:ext cx="1638300" cy="2505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5F5F7"/>
              </a:buClr>
              <a:buSzPts val="1400"/>
              <a:buFont typeface="Noto Sans KR"/>
              <a:buNone/>
            </a:pPr>
            <a:r>
              <a:rPr lang="en-US" sz="1400" b="1">
                <a:solidFill>
                  <a:srgbClr val="F5F5F7"/>
                </a:solidFill>
                <a:latin typeface="Noto Sans KR"/>
                <a:ea typeface="Noto Sans KR"/>
                <a:cs typeface="Noto Sans KR"/>
                <a:sym typeface="Noto Sans KR"/>
              </a:rPr>
              <a:t>데이터베이스 구조</a:t>
            </a:r>
            <a:endParaRPr sz="1400">
              <a:solidFill>
                <a:schemeClr val="lt1"/>
              </a:solidFill>
              <a:latin typeface="Noto Sans KR"/>
              <a:ea typeface="Noto Sans KR"/>
              <a:cs typeface="Noto Sans KR"/>
              <a:sym typeface="Noto Sans KR"/>
            </a:endParaRPr>
          </a:p>
        </p:txBody>
      </p:sp>
      <p:sp>
        <p:nvSpPr>
          <p:cNvPr id="287" name="Google Shape;287;p14"/>
          <p:cNvSpPr/>
          <p:nvPr/>
        </p:nvSpPr>
        <p:spPr>
          <a:xfrm>
            <a:off x="10350500" y="4112264"/>
            <a:ext cx="1638300" cy="43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6C543"/>
              </a:buClr>
              <a:buSzPts val="3200"/>
              <a:buFont typeface="Oswald"/>
              <a:buNone/>
            </a:pPr>
            <a:r>
              <a:rPr lang="en-US" sz="3200" b="1">
                <a:solidFill>
                  <a:srgbClr val="F6C543"/>
                </a:solidFill>
                <a:latin typeface="Oswald"/>
                <a:ea typeface="Oswald"/>
                <a:cs typeface="Oswald"/>
                <a:sym typeface="Oswald"/>
              </a:rPr>
              <a:t>28</a:t>
            </a:r>
            <a:endParaRPr sz="3200">
              <a:solidFill>
                <a:schemeClr val="lt1"/>
              </a:solidFill>
              <a:latin typeface="Noto Sans KR"/>
              <a:ea typeface="Noto Sans KR"/>
              <a:cs typeface="Noto Sans KR"/>
              <a:sym typeface="Noto Sans KR"/>
            </a:endParaRPr>
          </a:p>
        </p:txBody>
      </p:sp>
      <p:sp>
        <p:nvSpPr>
          <p:cNvPr id="288" name="Google Shape;288;p14"/>
          <p:cNvSpPr/>
          <p:nvPr/>
        </p:nvSpPr>
        <p:spPr>
          <a:xfrm>
            <a:off x="10350500" y="4531364"/>
            <a:ext cx="16383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테이블</a:t>
            </a:r>
            <a:endParaRPr sz="1200">
              <a:solidFill>
                <a:schemeClr val="lt1"/>
              </a:solidFill>
              <a:latin typeface="Noto Sans KR"/>
              <a:ea typeface="Noto Sans KR"/>
              <a:cs typeface="Noto Sans KR"/>
              <a:sym typeface="Noto Sans KR"/>
            </a:endParaRPr>
          </a:p>
        </p:txBody>
      </p:sp>
      <p:sp>
        <p:nvSpPr>
          <p:cNvPr id="289" name="Google Shape;289;p14"/>
          <p:cNvSpPr/>
          <p:nvPr/>
        </p:nvSpPr>
        <p:spPr>
          <a:xfrm>
            <a:off x="10350500" y="4871721"/>
            <a:ext cx="1638300" cy="43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5F5F7"/>
              </a:buClr>
              <a:buSzPts val="3200"/>
              <a:buFont typeface="Oswald"/>
              <a:buNone/>
            </a:pPr>
            <a:r>
              <a:rPr lang="en-US" sz="3200" b="1">
                <a:solidFill>
                  <a:srgbClr val="F5F5F7"/>
                </a:solidFill>
                <a:latin typeface="Oswald"/>
                <a:ea typeface="Oswald"/>
                <a:cs typeface="Oswald"/>
                <a:sym typeface="Oswald"/>
              </a:rPr>
              <a:t>17</a:t>
            </a:r>
            <a:endParaRPr sz="3200">
              <a:solidFill>
                <a:schemeClr val="lt1"/>
              </a:solidFill>
              <a:latin typeface="Noto Sans KR"/>
              <a:ea typeface="Noto Sans KR"/>
              <a:cs typeface="Noto Sans KR"/>
              <a:sym typeface="Noto Sans KR"/>
            </a:endParaRPr>
          </a:p>
        </p:txBody>
      </p:sp>
      <p:sp>
        <p:nvSpPr>
          <p:cNvPr id="290" name="Google Shape;290;p14"/>
          <p:cNvSpPr/>
          <p:nvPr/>
        </p:nvSpPr>
        <p:spPr>
          <a:xfrm>
            <a:off x="10350500" y="5290821"/>
            <a:ext cx="16383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ko-KR" altLang="en-US" sz="1200" dirty="0">
                <a:solidFill>
                  <a:srgbClr val="B8B8BE"/>
                </a:solidFill>
                <a:latin typeface="Noto Sans KR"/>
                <a:ea typeface="Noto Sans KR"/>
                <a:cs typeface="Noto Sans KR"/>
                <a:sym typeface="Noto Sans KR"/>
              </a:rPr>
              <a:t>영역</a:t>
            </a:r>
            <a:endParaRPr sz="1200" dirty="0">
              <a:solidFill>
                <a:schemeClr val="lt1"/>
              </a:solidFill>
              <a:latin typeface="Noto Sans KR"/>
              <a:ea typeface="Noto Sans KR"/>
              <a:cs typeface="Noto Sans KR"/>
              <a:sym typeface="Noto Sans KR"/>
            </a:endParaRPr>
          </a:p>
        </p:txBody>
      </p:sp>
      <p:sp>
        <p:nvSpPr>
          <p:cNvPr id="291" name="Google Shape;291;p14"/>
          <p:cNvSpPr/>
          <p:nvPr/>
        </p:nvSpPr>
        <p:spPr>
          <a:xfrm>
            <a:off x="10350500" y="5631179"/>
            <a:ext cx="1638300" cy="431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5F5F7"/>
              </a:buClr>
              <a:buSzPts val="3200"/>
              <a:buFont typeface="Oswald"/>
              <a:buNone/>
            </a:pPr>
            <a:r>
              <a:rPr lang="en-US" sz="3200" b="1">
                <a:solidFill>
                  <a:srgbClr val="F5F5F7"/>
                </a:solidFill>
                <a:latin typeface="Oswald"/>
                <a:ea typeface="Oswald"/>
                <a:cs typeface="Oswald"/>
                <a:sym typeface="Oswald"/>
              </a:rPr>
              <a:t>7</a:t>
            </a:r>
            <a:endParaRPr sz="3200">
              <a:solidFill>
                <a:schemeClr val="lt1"/>
              </a:solidFill>
              <a:latin typeface="Noto Sans KR"/>
              <a:ea typeface="Noto Sans KR"/>
              <a:cs typeface="Noto Sans KR"/>
              <a:sym typeface="Noto Sans KR"/>
            </a:endParaRPr>
          </a:p>
        </p:txBody>
      </p:sp>
      <p:sp>
        <p:nvSpPr>
          <p:cNvPr id="292" name="Google Shape;292;p14"/>
          <p:cNvSpPr/>
          <p:nvPr/>
        </p:nvSpPr>
        <p:spPr>
          <a:xfrm>
            <a:off x="10350500" y="6050279"/>
            <a:ext cx="16383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ENUM</a:t>
            </a:r>
            <a:endParaRPr sz="1200" dirty="0">
              <a:solidFill>
                <a:schemeClr val="lt1"/>
              </a:solidFill>
              <a:latin typeface="Noto Sans KR"/>
              <a:ea typeface="Noto Sans KR"/>
              <a:cs typeface="Noto Sans KR"/>
              <a:sym typeface="Noto Sans KR"/>
            </a:endParaRPr>
          </a:p>
        </p:txBody>
      </p:sp>
      <p:pic>
        <p:nvPicPr>
          <p:cNvPr id="293" name="Google Shape;293;p14" title="erd.png"/>
          <p:cNvPicPr preferRelativeResize="0"/>
          <p:nvPr/>
        </p:nvPicPr>
        <p:blipFill>
          <a:blip r:embed="rId3">
            <a:alphaModFix/>
          </a:blip>
          <a:stretch>
            <a:fillRect/>
          </a:stretch>
        </p:blipFill>
        <p:spPr>
          <a:xfrm>
            <a:off x="254000" y="778925"/>
            <a:ext cx="9867899" cy="5300149"/>
          </a:xfrm>
          <a:prstGeom prst="rect">
            <a:avLst/>
          </a:prstGeom>
          <a:noFill/>
          <a:ln>
            <a:noFill/>
          </a:ln>
        </p:spPr>
      </p:pic>
      <p:sp>
        <p:nvSpPr>
          <p:cNvPr id="294" name="Google Shape;294;p14"/>
          <p:cNvSpPr/>
          <p:nvPr/>
        </p:nvSpPr>
        <p:spPr>
          <a:xfrm>
            <a:off x="10047231" y="6238242"/>
            <a:ext cx="13209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08</a:t>
            </a:r>
            <a:endParaRPr sz="1200">
              <a:solidFill>
                <a:srgbClr val="8E8E95"/>
              </a:solidFill>
              <a:latin typeface="Oswald"/>
              <a:ea typeface="Oswald"/>
              <a:cs typeface="Oswald"/>
              <a:sym typeface="Oswald"/>
            </a:endParaRPr>
          </a:p>
          <a:p>
            <a:pPr marL="0" marR="0" lvl="0" indent="0" algn="r" rtl="0">
              <a:lnSpc>
                <a:spcPct val="140000"/>
              </a:lnSpc>
              <a:spcBef>
                <a:spcPts val="0"/>
              </a:spcBef>
              <a:spcAft>
                <a:spcPts val="0"/>
              </a:spcAft>
              <a:buClr>
                <a:srgbClr val="8E8E95"/>
              </a:buClr>
              <a:buSzPts val="1200"/>
              <a:buFont typeface="Oswald"/>
              <a:buNone/>
            </a:pPr>
            <a:endParaRPr sz="1200">
              <a:solidFill>
                <a:srgbClr val="8E8E95"/>
              </a:solidFill>
              <a:latin typeface="Oswald"/>
              <a:ea typeface="Oswald"/>
              <a:cs typeface="Oswald"/>
              <a:sym typeface="Oswa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11"/>
        </a:solidFill>
        <a:effectLst/>
      </p:bgPr>
    </p:bg>
    <p:spTree>
      <p:nvGrpSpPr>
        <p:cNvPr id="1" name="Shape 299"/>
        <p:cNvGrpSpPr/>
        <p:nvPr/>
      </p:nvGrpSpPr>
      <p:grpSpPr>
        <a:xfrm>
          <a:off x="0" y="0"/>
          <a:ext cx="0" cy="0"/>
          <a:chOff x="0" y="0"/>
          <a:chExt cx="0" cy="0"/>
        </a:xfrm>
      </p:grpSpPr>
      <p:sp>
        <p:nvSpPr>
          <p:cNvPr id="300" name="Google Shape;300;p15"/>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301" name="Google Shape;301;p15"/>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sz="1400" b="1" spc="200">
                <a:solidFill>
                  <a:srgbClr val="F6C543"/>
                </a:solidFill>
                <a:latin typeface="Oswald"/>
                <a:ea typeface="Oswald"/>
                <a:cs typeface="Oswald"/>
                <a:sym typeface="Oswald"/>
              </a:rPr>
              <a:t>0</a:t>
            </a:r>
            <a:r>
              <a:rPr lang="en-US" b="1" spc="200">
                <a:solidFill>
                  <a:srgbClr val="F6C543"/>
                </a:solidFill>
                <a:latin typeface="Oswald"/>
                <a:ea typeface="Oswald"/>
                <a:cs typeface="Oswald"/>
                <a:sym typeface="Oswald"/>
              </a:rPr>
              <a:t>3</a:t>
            </a:r>
            <a:r>
              <a:rPr lang="en-US" sz="1400" b="1" spc="200">
                <a:solidFill>
                  <a:srgbClr val="F6C543"/>
                </a:solidFill>
                <a:latin typeface="Oswald"/>
                <a:ea typeface="Oswald"/>
                <a:cs typeface="Oswald"/>
                <a:sym typeface="Oswald"/>
              </a:rPr>
              <a:t> / 데이터베이스 설계</a:t>
            </a:r>
            <a:endParaRPr sz="1400">
              <a:solidFill>
                <a:schemeClr val="lt1"/>
              </a:solidFill>
              <a:latin typeface="Noto Sans KR"/>
              <a:ea typeface="Noto Sans KR"/>
              <a:cs typeface="Noto Sans KR"/>
              <a:sym typeface="Noto Sans KR"/>
            </a:endParaRPr>
          </a:p>
        </p:txBody>
      </p:sp>
      <p:sp>
        <p:nvSpPr>
          <p:cNvPr id="302" name="Google Shape;302;p15"/>
          <p:cNvSpPr txBox="1">
            <a:spLocks noGrp="1"/>
          </p:cNvSpPr>
          <p:nvPr>
            <p:ph type="title"/>
          </p:nvPr>
        </p:nvSpPr>
        <p:spPr>
          <a:xfrm>
            <a:off x="812800" y="1150621"/>
            <a:ext cx="10883392" cy="49276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F5F5F7"/>
              </a:buClr>
              <a:buSzPts val="3200"/>
              <a:buFont typeface="Noto Sans KR"/>
              <a:buNone/>
            </a:pPr>
            <a:r>
              <a:rPr lang="en-US" sz="3200" b="1" i="0" spc="-50">
                <a:solidFill>
                  <a:srgbClr val="F5F5F7"/>
                </a:solidFill>
                <a:latin typeface="Noto Sans KR"/>
                <a:ea typeface="Noto Sans KR"/>
                <a:cs typeface="Noto Sans KR"/>
                <a:sym typeface="Noto Sans KR"/>
              </a:rPr>
              <a:t>영역별 핵심 테이블</a:t>
            </a:r>
            <a:endParaRPr sz="3200"/>
          </a:p>
        </p:txBody>
      </p:sp>
      <p:sp>
        <p:nvSpPr>
          <p:cNvPr id="303" name="Google Shape;303;p15"/>
          <p:cNvSpPr/>
          <p:nvPr/>
        </p:nvSpPr>
        <p:spPr>
          <a:xfrm>
            <a:off x="815975" y="1875154"/>
            <a:ext cx="3414157" cy="1421130"/>
          </a:xfrm>
          <a:prstGeom prst="roundRect">
            <a:avLst>
              <a:gd name="adj" fmla="val 6926"/>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304" name="Google Shape;304;p15"/>
          <p:cNvSpPr/>
          <p:nvPr/>
        </p:nvSpPr>
        <p:spPr>
          <a:xfrm>
            <a:off x="1033780" y="2067564"/>
            <a:ext cx="3067903"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회원</a:t>
            </a:r>
            <a:endParaRPr sz="1500">
              <a:solidFill>
                <a:schemeClr val="lt1"/>
              </a:solidFill>
              <a:latin typeface="Noto Sans KR"/>
              <a:ea typeface="Noto Sans KR"/>
              <a:cs typeface="Noto Sans KR"/>
              <a:sym typeface="Noto Sans KR"/>
            </a:endParaRPr>
          </a:p>
        </p:txBody>
      </p:sp>
      <p:sp>
        <p:nvSpPr>
          <p:cNvPr id="305" name="Google Shape;305;p15"/>
          <p:cNvSpPr/>
          <p:nvPr/>
        </p:nvSpPr>
        <p:spPr>
          <a:xfrm>
            <a:off x="1033780" y="2372364"/>
            <a:ext cx="3067903"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200"/>
              <a:buFont typeface="Noto Sans KR"/>
              <a:buNone/>
            </a:pPr>
            <a:r>
              <a:rPr lang="en-US" sz="1200" b="1">
                <a:solidFill>
                  <a:srgbClr val="F6C543"/>
                </a:solidFill>
                <a:latin typeface="Noto Sans KR"/>
                <a:ea typeface="Noto Sans KR"/>
                <a:cs typeface="Noto Sans KR"/>
                <a:sym typeface="Noto Sans KR"/>
              </a:rPr>
              <a:t>users, user_preferred_seats</a:t>
            </a:r>
            <a:endParaRPr sz="1200">
              <a:solidFill>
                <a:schemeClr val="lt1"/>
              </a:solidFill>
              <a:latin typeface="Noto Sans KR"/>
              <a:ea typeface="Noto Sans KR"/>
              <a:cs typeface="Noto Sans KR"/>
              <a:sym typeface="Noto Sans KR"/>
            </a:endParaRPr>
          </a:p>
        </p:txBody>
      </p:sp>
      <p:sp>
        <p:nvSpPr>
          <p:cNvPr id="306" name="Google Shape;306;p15"/>
          <p:cNvSpPr/>
          <p:nvPr/>
        </p:nvSpPr>
        <p:spPr>
          <a:xfrm>
            <a:off x="1033780" y="2661921"/>
            <a:ext cx="3067903" cy="46736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회원 정보, 소셜 계정, 선호 좌석 6순위·선호 영화관, 주변 극장 이동시간</a:t>
            </a:r>
            <a:endParaRPr sz="1200">
              <a:solidFill>
                <a:schemeClr val="lt1"/>
              </a:solidFill>
              <a:latin typeface="Noto Sans KR"/>
              <a:ea typeface="Noto Sans KR"/>
              <a:cs typeface="Noto Sans KR"/>
              <a:sym typeface="Noto Sans KR"/>
            </a:endParaRPr>
          </a:p>
        </p:txBody>
      </p:sp>
      <p:sp>
        <p:nvSpPr>
          <p:cNvPr id="307" name="Google Shape;307;p15"/>
          <p:cNvSpPr/>
          <p:nvPr/>
        </p:nvSpPr>
        <p:spPr>
          <a:xfrm>
            <a:off x="4388882" y="1875154"/>
            <a:ext cx="3414197" cy="1421130"/>
          </a:xfrm>
          <a:prstGeom prst="roundRect">
            <a:avLst>
              <a:gd name="adj" fmla="val 6926"/>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308" name="Google Shape;308;p15"/>
          <p:cNvSpPr/>
          <p:nvPr/>
        </p:nvSpPr>
        <p:spPr>
          <a:xfrm>
            <a:off x="4606687" y="2067564"/>
            <a:ext cx="3067944"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영화·극장·상영</a:t>
            </a:r>
            <a:endParaRPr sz="1500">
              <a:solidFill>
                <a:schemeClr val="lt1"/>
              </a:solidFill>
              <a:latin typeface="Noto Sans KR"/>
              <a:ea typeface="Noto Sans KR"/>
              <a:cs typeface="Noto Sans KR"/>
              <a:sym typeface="Noto Sans KR"/>
            </a:endParaRPr>
          </a:p>
        </p:txBody>
      </p:sp>
      <p:sp>
        <p:nvSpPr>
          <p:cNvPr id="309" name="Google Shape;309;p15"/>
          <p:cNvSpPr/>
          <p:nvPr/>
        </p:nvSpPr>
        <p:spPr>
          <a:xfrm>
            <a:off x="4606687" y="2372364"/>
            <a:ext cx="3067944"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200"/>
              <a:buFont typeface="Noto Sans KR"/>
              <a:buNone/>
            </a:pPr>
            <a:r>
              <a:rPr lang="en-US" sz="1200" b="1">
                <a:solidFill>
                  <a:srgbClr val="F6C543"/>
                </a:solidFill>
                <a:latin typeface="Noto Sans KR"/>
                <a:ea typeface="Noto Sans KR"/>
                <a:cs typeface="Noto Sans KR"/>
                <a:sym typeface="Noto Sans KR"/>
              </a:rPr>
              <a:t>showtimes, showtime_seats</a:t>
            </a:r>
            <a:endParaRPr sz="1200">
              <a:solidFill>
                <a:schemeClr val="lt1"/>
              </a:solidFill>
              <a:latin typeface="Noto Sans KR"/>
              <a:ea typeface="Noto Sans KR"/>
              <a:cs typeface="Noto Sans KR"/>
              <a:sym typeface="Noto Sans KR"/>
            </a:endParaRPr>
          </a:p>
        </p:txBody>
      </p:sp>
      <p:sp>
        <p:nvSpPr>
          <p:cNvPr id="310" name="Google Shape;310;p15"/>
          <p:cNvSpPr/>
          <p:nvPr/>
        </p:nvSpPr>
        <p:spPr>
          <a:xfrm>
            <a:off x="4606687" y="2661921"/>
            <a:ext cx="3067944" cy="46736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영화 → 극장 → 상영관 → 좌석, 회차별 좌석 상태(빈 좌석·선점·예매)</a:t>
            </a:r>
            <a:endParaRPr sz="1200">
              <a:solidFill>
                <a:schemeClr val="lt1"/>
              </a:solidFill>
              <a:latin typeface="Noto Sans KR"/>
              <a:ea typeface="Noto Sans KR"/>
              <a:cs typeface="Noto Sans KR"/>
              <a:sym typeface="Noto Sans KR"/>
            </a:endParaRPr>
          </a:p>
        </p:txBody>
      </p:sp>
      <p:sp>
        <p:nvSpPr>
          <p:cNvPr id="311" name="Google Shape;311;p15"/>
          <p:cNvSpPr/>
          <p:nvPr/>
        </p:nvSpPr>
        <p:spPr>
          <a:xfrm>
            <a:off x="7961829" y="1875154"/>
            <a:ext cx="3414157" cy="1421130"/>
          </a:xfrm>
          <a:prstGeom prst="roundRect">
            <a:avLst>
              <a:gd name="adj" fmla="val 6926"/>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312" name="Google Shape;312;p15"/>
          <p:cNvSpPr/>
          <p:nvPr/>
        </p:nvSpPr>
        <p:spPr>
          <a:xfrm>
            <a:off x="8179633" y="2067564"/>
            <a:ext cx="3067903"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예매</a:t>
            </a:r>
            <a:endParaRPr sz="1500">
              <a:solidFill>
                <a:schemeClr val="lt1"/>
              </a:solidFill>
              <a:latin typeface="Noto Sans KR"/>
              <a:ea typeface="Noto Sans KR"/>
              <a:cs typeface="Noto Sans KR"/>
              <a:sym typeface="Noto Sans KR"/>
            </a:endParaRPr>
          </a:p>
        </p:txBody>
      </p:sp>
      <p:sp>
        <p:nvSpPr>
          <p:cNvPr id="313" name="Google Shape;313;p15"/>
          <p:cNvSpPr/>
          <p:nvPr/>
        </p:nvSpPr>
        <p:spPr>
          <a:xfrm>
            <a:off x="8179633" y="2372364"/>
            <a:ext cx="3067903"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200"/>
              <a:buFont typeface="Noto Sans KR"/>
              <a:buNone/>
            </a:pPr>
            <a:r>
              <a:rPr lang="en-US" sz="1200" b="1">
                <a:solidFill>
                  <a:srgbClr val="F6C543"/>
                </a:solidFill>
                <a:latin typeface="Noto Sans KR"/>
                <a:ea typeface="Noto Sans KR"/>
                <a:cs typeface="Noto Sans KR"/>
                <a:sym typeface="Noto Sans KR"/>
              </a:rPr>
              <a:t>booking_request_groups</a:t>
            </a:r>
            <a:endParaRPr sz="1200">
              <a:solidFill>
                <a:schemeClr val="lt1"/>
              </a:solidFill>
              <a:latin typeface="Noto Sans KR"/>
              <a:ea typeface="Noto Sans KR"/>
              <a:cs typeface="Noto Sans KR"/>
              <a:sym typeface="Noto Sans KR"/>
            </a:endParaRPr>
          </a:p>
        </p:txBody>
      </p:sp>
      <p:sp>
        <p:nvSpPr>
          <p:cNvPr id="314" name="Google Shape;314;p15"/>
          <p:cNvSpPr/>
          <p:nvPr/>
        </p:nvSpPr>
        <p:spPr>
          <a:xfrm>
            <a:off x="8179633" y="2661921"/>
            <a:ext cx="3067903" cy="46736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예매 요청 조건(영화·날짜·시간대·인원)과 요청 시점의 선호, 예매·예매 좌석</a:t>
            </a:r>
            <a:endParaRPr sz="1200">
              <a:solidFill>
                <a:schemeClr val="lt1"/>
              </a:solidFill>
              <a:latin typeface="Noto Sans KR"/>
              <a:ea typeface="Noto Sans KR"/>
              <a:cs typeface="Noto Sans KR"/>
              <a:sym typeface="Noto Sans KR"/>
            </a:endParaRPr>
          </a:p>
        </p:txBody>
      </p:sp>
      <p:sp>
        <p:nvSpPr>
          <p:cNvPr id="315" name="Google Shape;315;p15"/>
          <p:cNvSpPr/>
          <p:nvPr/>
        </p:nvSpPr>
        <p:spPr>
          <a:xfrm>
            <a:off x="815975" y="3455039"/>
            <a:ext cx="3414157" cy="1421130"/>
          </a:xfrm>
          <a:prstGeom prst="roundRect">
            <a:avLst>
              <a:gd name="adj" fmla="val 6926"/>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316" name="Google Shape;316;p15"/>
          <p:cNvSpPr/>
          <p:nvPr/>
        </p:nvSpPr>
        <p:spPr>
          <a:xfrm>
            <a:off x="1033780" y="3647442"/>
            <a:ext cx="3067903"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취소표 대기</a:t>
            </a:r>
            <a:endParaRPr sz="1500">
              <a:solidFill>
                <a:schemeClr val="lt1"/>
              </a:solidFill>
              <a:latin typeface="Noto Sans KR"/>
              <a:ea typeface="Noto Sans KR"/>
              <a:cs typeface="Noto Sans KR"/>
              <a:sym typeface="Noto Sans KR"/>
            </a:endParaRPr>
          </a:p>
        </p:txBody>
      </p:sp>
      <p:sp>
        <p:nvSpPr>
          <p:cNvPr id="317" name="Google Shape;317;p15"/>
          <p:cNvSpPr/>
          <p:nvPr/>
        </p:nvSpPr>
        <p:spPr>
          <a:xfrm>
            <a:off x="1033780" y="3952242"/>
            <a:ext cx="3067903"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200"/>
              <a:buFont typeface="Noto Sans KR"/>
              <a:buNone/>
            </a:pPr>
            <a:r>
              <a:rPr lang="en-US" sz="1200" b="1">
                <a:solidFill>
                  <a:srgbClr val="F6C543"/>
                </a:solidFill>
                <a:latin typeface="Noto Sans KR"/>
                <a:ea typeface="Noto Sans KR"/>
                <a:cs typeface="Noto Sans KR"/>
                <a:sym typeface="Noto Sans KR"/>
              </a:rPr>
              <a:t>waiting_queues</a:t>
            </a:r>
            <a:endParaRPr sz="1200">
              <a:solidFill>
                <a:schemeClr val="lt1"/>
              </a:solidFill>
              <a:latin typeface="Noto Sans KR"/>
              <a:ea typeface="Noto Sans KR"/>
              <a:cs typeface="Noto Sans KR"/>
              <a:sym typeface="Noto Sans KR"/>
            </a:endParaRPr>
          </a:p>
        </p:txBody>
      </p:sp>
      <p:sp>
        <p:nvSpPr>
          <p:cNvPr id="318" name="Google Shape;318;p15"/>
          <p:cNvSpPr/>
          <p:nvPr/>
        </p:nvSpPr>
        <p:spPr>
          <a:xfrm>
            <a:off x="1033780" y="4241800"/>
            <a:ext cx="3067903" cy="24638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회차·좌석 구역별 대기 순번, 희망 좌석 목록</a:t>
            </a:r>
            <a:endParaRPr sz="1200">
              <a:solidFill>
                <a:schemeClr val="lt1"/>
              </a:solidFill>
              <a:latin typeface="Noto Sans KR"/>
              <a:ea typeface="Noto Sans KR"/>
              <a:cs typeface="Noto Sans KR"/>
              <a:sym typeface="Noto Sans KR"/>
            </a:endParaRPr>
          </a:p>
        </p:txBody>
      </p:sp>
      <p:sp>
        <p:nvSpPr>
          <p:cNvPr id="319" name="Google Shape;319;p15"/>
          <p:cNvSpPr/>
          <p:nvPr/>
        </p:nvSpPr>
        <p:spPr>
          <a:xfrm>
            <a:off x="4388882" y="3455039"/>
            <a:ext cx="3414197" cy="1421130"/>
          </a:xfrm>
          <a:prstGeom prst="roundRect">
            <a:avLst>
              <a:gd name="adj" fmla="val 6926"/>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320" name="Google Shape;320;p15"/>
          <p:cNvSpPr/>
          <p:nvPr/>
        </p:nvSpPr>
        <p:spPr>
          <a:xfrm>
            <a:off x="4606687" y="3647442"/>
            <a:ext cx="3067944"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500" b="1">
                <a:solidFill>
                  <a:srgbClr val="F5F5F7"/>
                </a:solidFill>
                <a:latin typeface="Noto Sans KR"/>
                <a:ea typeface="Noto Sans KR"/>
                <a:cs typeface="Noto Sans KR"/>
                <a:sym typeface="Noto Sans KR"/>
              </a:rPr>
              <a:t>결제·티켓·알림</a:t>
            </a:r>
            <a:endParaRPr sz="1500" b="1">
              <a:solidFill>
                <a:srgbClr val="F5F5F7"/>
              </a:solidFill>
              <a:latin typeface="Noto Sans KR"/>
              <a:ea typeface="Noto Sans KR"/>
              <a:cs typeface="Noto Sans KR"/>
              <a:sym typeface="Noto Sans KR"/>
            </a:endParaRPr>
          </a:p>
        </p:txBody>
      </p:sp>
      <p:sp>
        <p:nvSpPr>
          <p:cNvPr id="321" name="Google Shape;321;p15"/>
          <p:cNvSpPr/>
          <p:nvPr/>
        </p:nvSpPr>
        <p:spPr>
          <a:xfrm>
            <a:off x="4606687" y="3952242"/>
            <a:ext cx="3067944"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200"/>
              <a:buFont typeface="Noto Sans KR"/>
              <a:buNone/>
            </a:pPr>
            <a:r>
              <a:rPr lang="en-US" sz="1200" b="1">
                <a:solidFill>
                  <a:srgbClr val="F6C543"/>
                </a:solidFill>
                <a:latin typeface="Noto Sans KR"/>
                <a:ea typeface="Noto Sans KR"/>
                <a:cs typeface="Noto Sans KR"/>
                <a:sym typeface="Noto Sans KR"/>
              </a:rPr>
              <a:t>payments, tickets</a:t>
            </a:r>
            <a:endParaRPr sz="1200">
              <a:solidFill>
                <a:schemeClr val="lt1"/>
              </a:solidFill>
              <a:latin typeface="Noto Sans KR"/>
              <a:ea typeface="Noto Sans KR"/>
              <a:cs typeface="Noto Sans KR"/>
              <a:sym typeface="Noto Sans KR"/>
            </a:endParaRPr>
          </a:p>
        </p:txBody>
      </p:sp>
      <p:sp>
        <p:nvSpPr>
          <p:cNvPr id="322" name="Google Shape;322;p15"/>
          <p:cNvSpPr/>
          <p:nvPr/>
        </p:nvSpPr>
        <p:spPr>
          <a:xfrm>
            <a:off x="4606687" y="4241800"/>
            <a:ext cx="3067944" cy="46736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예매 1건당 결제 1건·티켓 1장 (1:1), 사용자별 알림</a:t>
            </a:r>
            <a:endParaRPr sz="1200">
              <a:solidFill>
                <a:schemeClr val="lt1"/>
              </a:solidFill>
              <a:latin typeface="Noto Sans KR"/>
              <a:ea typeface="Noto Sans KR"/>
              <a:cs typeface="Noto Sans KR"/>
              <a:sym typeface="Noto Sans KR"/>
            </a:endParaRPr>
          </a:p>
        </p:txBody>
      </p:sp>
      <p:sp>
        <p:nvSpPr>
          <p:cNvPr id="323" name="Google Shape;323;p15"/>
          <p:cNvSpPr/>
          <p:nvPr/>
        </p:nvSpPr>
        <p:spPr>
          <a:xfrm>
            <a:off x="7961829" y="3455039"/>
            <a:ext cx="3414157" cy="1421130"/>
          </a:xfrm>
          <a:prstGeom prst="roundRect">
            <a:avLst>
              <a:gd name="adj" fmla="val 6926"/>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324" name="Google Shape;324;p15"/>
          <p:cNvSpPr/>
          <p:nvPr/>
        </p:nvSpPr>
        <p:spPr>
          <a:xfrm>
            <a:off x="8179633" y="3647442"/>
            <a:ext cx="3067903" cy="254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500" b="1">
                <a:solidFill>
                  <a:srgbClr val="F5F5F7"/>
                </a:solidFill>
                <a:latin typeface="Noto Sans KR"/>
                <a:ea typeface="Noto Sans KR"/>
                <a:cs typeface="Noto Sans KR"/>
                <a:sym typeface="Noto Sans KR"/>
              </a:rPr>
              <a:t>운영·보조</a:t>
            </a:r>
            <a:endParaRPr sz="1500" b="1">
              <a:solidFill>
                <a:srgbClr val="F5F5F7"/>
              </a:solidFill>
              <a:latin typeface="Noto Sans KR"/>
              <a:ea typeface="Noto Sans KR"/>
              <a:cs typeface="Noto Sans KR"/>
              <a:sym typeface="Noto Sans KR"/>
            </a:endParaRPr>
          </a:p>
        </p:txBody>
      </p:sp>
      <p:sp>
        <p:nvSpPr>
          <p:cNvPr id="325" name="Google Shape;325;p15"/>
          <p:cNvSpPr/>
          <p:nvPr/>
        </p:nvSpPr>
        <p:spPr>
          <a:xfrm>
            <a:off x="8179633" y="3952242"/>
            <a:ext cx="3067903"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1200" b="1">
                <a:solidFill>
                  <a:srgbClr val="F6C543"/>
                </a:solidFill>
                <a:latin typeface="Noto Sans KR"/>
                <a:ea typeface="Noto Sans KR"/>
                <a:cs typeface="Noto Sans KR"/>
                <a:sym typeface="Noto Sans KR"/>
              </a:rPr>
              <a:t>booking_operations</a:t>
            </a:r>
            <a:endParaRPr sz="1200" b="1">
              <a:solidFill>
                <a:srgbClr val="F6C543"/>
              </a:solidFill>
              <a:latin typeface="Noto Sans KR"/>
              <a:ea typeface="Noto Sans KR"/>
              <a:cs typeface="Noto Sans KR"/>
              <a:sym typeface="Noto Sans KR"/>
            </a:endParaRPr>
          </a:p>
        </p:txBody>
      </p:sp>
      <p:sp>
        <p:nvSpPr>
          <p:cNvPr id="326" name="Google Shape;326;p15"/>
          <p:cNvSpPr/>
          <p:nvPr/>
        </p:nvSpPr>
        <p:spPr>
          <a:xfrm>
            <a:off x="8179633" y="4241800"/>
            <a:ext cx="3067903" cy="467360"/>
          </a:xfrm>
          <a:prstGeom prst="rect">
            <a:avLst/>
          </a:prstGeom>
          <a:noFill/>
          <a:ln>
            <a:noFill/>
          </a:ln>
        </p:spPr>
        <p:txBody>
          <a:bodyPr spcFirstLastPara="1" wrap="square" lIns="0" tIns="0" rIns="0" bIns="0" anchor="t" anchorCtr="0">
            <a:noAutofit/>
          </a:bodyPr>
          <a:lstStyle/>
          <a:p>
            <a:pPr marL="0" marR="0" lvl="0" indent="0" algn="l" rtl="0">
              <a:lnSpc>
                <a:spcPct val="145000"/>
              </a:lnSpc>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중복 요청 방지, 대기 순번 발급, 영화관 수집 진행 기록</a:t>
            </a:r>
            <a:endParaRPr sz="1200">
              <a:solidFill>
                <a:schemeClr val="lt1"/>
              </a:solidFill>
              <a:latin typeface="Noto Sans KR"/>
              <a:ea typeface="Noto Sans KR"/>
              <a:cs typeface="Noto Sans KR"/>
              <a:sym typeface="Noto Sans KR"/>
            </a:endParaRPr>
          </a:p>
        </p:txBody>
      </p:sp>
      <p:sp>
        <p:nvSpPr>
          <p:cNvPr id="327" name="Google Shape;327;p15"/>
          <p:cNvSpPr/>
          <p:nvPr/>
        </p:nvSpPr>
        <p:spPr>
          <a:xfrm>
            <a:off x="812800" y="6238242"/>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328" name="Google Shape;328;p15"/>
          <p:cNvSpPr/>
          <p:nvPr/>
        </p:nvSpPr>
        <p:spPr>
          <a:xfrm>
            <a:off x="10047231" y="6238242"/>
            <a:ext cx="13209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09</a:t>
            </a:r>
            <a:endParaRPr sz="1200">
              <a:solidFill>
                <a:schemeClr val="lt1"/>
              </a:solidFill>
              <a:latin typeface="Noto Sans KR"/>
              <a:ea typeface="Noto Sans KR"/>
              <a:cs typeface="Noto Sans KR"/>
              <a:sym typeface="Noto Sans K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6"/>
          <p:cNvSpPr/>
          <p:nvPr/>
        </p:nvSpPr>
        <p:spPr>
          <a:xfrm>
            <a:off x="0" y="0"/>
            <a:ext cx="12191695" cy="45720"/>
          </a:xfrm>
          <a:prstGeom prst="rect">
            <a:avLst/>
          </a:prstGeom>
          <a:solidFill>
            <a:srgbClr val="F6C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6"/>
          <p:cNvSpPr txBox="1"/>
          <p:nvPr/>
        </p:nvSpPr>
        <p:spPr>
          <a:xfrm>
            <a:off x="813816" y="804672"/>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6C543"/>
              </a:buClr>
              <a:buSzPts val="1400"/>
              <a:buFont typeface="Oswald"/>
              <a:buNone/>
            </a:pPr>
            <a:r>
              <a:rPr lang="en-US" sz="1400" b="1" spc="200">
                <a:solidFill>
                  <a:srgbClr val="F6C543"/>
                </a:solidFill>
                <a:latin typeface="Oswald"/>
                <a:ea typeface="Oswald"/>
                <a:cs typeface="Oswald"/>
                <a:sym typeface="Oswald"/>
              </a:rPr>
              <a:t>0</a:t>
            </a:r>
            <a:r>
              <a:rPr lang="en-US" b="1" spc="200">
                <a:solidFill>
                  <a:srgbClr val="F6C543"/>
                </a:solidFill>
                <a:latin typeface="Oswald"/>
                <a:ea typeface="Oswald"/>
                <a:cs typeface="Oswald"/>
                <a:sym typeface="Oswald"/>
              </a:rPr>
              <a:t>3</a:t>
            </a:r>
            <a:r>
              <a:rPr lang="en-US" sz="1400" b="1" spc="200">
                <a:solidFill>
                  <a:srgbClr val="F6C543"/>
                </a:solidFill>
                <a:latin typeface="Oswald"/>
                <a:ea typeface="Oswald"/>
                <a:cs typeface="Oswald"/>
                <a:sym typeface="Oswald"/>
              </a:rPr>
              <a:t> / </a:t>
            </a:r>
            <a:r>
              <a:rPr lang="en-US" sz="1400" b="1" spc="200">
                <a:solidFill>
                  <a:srgbClr val="F6C543"/>
                </a:solidFill>
                <a:latin typeface="Noto Sans KR"/>
                <a:ea typeface="Noto Sans KR"/>
                <a:cs typeface="Noto Sans KR"/>
                <a:sym typeface="Noto Sans KR"/>
              </a:rPr>
              <a:t>데이터베이스 설계</a:t>
            </a:r>
            <a:endParaRPr sz="1400">
              <a:solidFill>
                <a:schemeClr val="lt1"/>
              </a:solidFill>
              <a:latin typeface="Noto Sans KR"/>
              <a:ea typeface="Noto Sans KR"/>
              <a:cs typeface="Noto Sans KR"/>
              <a:sym typeface="Noto Sans KR"/>
            </a:endParaRPr>
          </a:p>
        </p:txBody>
      </p:sp>
      <p:sp>
        <p:nvSpPr>
          <p:cNvPr id="336" name="Google Shape;336;p16"/>
          <p:cNvSpPr txBox="1"/>
          <p:nvPr/>
        </p:nvSpPr>
        <p:spPr>
          <a:xfrm>
            <a:off x="813816" y="1115568"/>
            <a:ext cx="10515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7"/>
              </a:buClr>
              <a:buSzPts val="3200"/>
              <a:buFont typeface="Noto Sans KR"/>
              <a:buNone/>
            </a:pPr>
            <a:r>
              <a:rPr lang="en-US" sz="3200" b="1">
                <a:solidFill>
                  <a:srgbClr val="F5F5F7"/>
                </a:solidFill>
                <a:latin typeface="Noto Sans KR"/>
                <a:ea typeface="Noto Sans KR"/>
                <a:cs typeface="Noto Sans KR"/>
                <a:sym typeface="Noto Sans KR"/>
              </a:rPr>
              <a:t>영화 데이터 수집·상영 데이터 생성</a:t>
            </a:r>
            <a:endParaRPr sz="3200">
              <a:solidFill>
                <a:schemeClr val="lt1"/>
              </a:solidFill>
              <a:latin typeface="Noto Sans KR"/>
              <a:ea typeface="Noto Sans KR"/>
              <a:cs typeface="Noto Sans KR"/>
              <a:sym typeface="Noto Sans KR"/>
            </a:endParaRPr>
          </a:p>
        </p:txBody>
      </p:sp>
      <p:sp>
        <p:nvSpPr>
          <p:cNvPr id="337" name="Google Shape;337;p16"/>
          <p:cNvSpPr txBox="1"/>
          <p:nvPr/>
        </p:nvSpPr>
        <p:spPr>
          <a:xfrm>
            <a:off x="813816" y="6236208"/>
            <a:ext cx="36576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338" name="Google Shape;338;p16"/>
          <p:cNvSpPr txBox="1"/>
          <p:nvPr/>
        </p:nvSpPr>
        <p:spPr>
          <a:xfrm>
            <a:off x="10460736" y="6236208"/>
            <a:ext cx="91440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10</a:t>
            </a:r>
            <a:endParaRPr sz="1200">
              <a:solidFill>
                <a:schemeClr val="lt1"/>
              </a:solidFill>
              <a:latin typeface="Noto Sans KR"/>
              <a:ea typeface="Noto Sans KR"/>
              <a:cs typeface="Noto Sans KR"/>
              <a:sym typeface="Noto Sans KR"/>
            </a:endParaRPr>
          </a:p>
        </p:txBody>
      </p:sp>
      <p:sp>
        <p:nvSpPr>
          <p:cNvPr id="339" name="Google Shape;339;p16"/>
          <p:cNvSpPr/>
          <p:nvPr/>
        </p:nvSpPr>
        <p:spPr>
          <a:xfrm>
            <a:off x="813816" y="1965960"/>
            <a:ext cx="1783080" cy="1371600"/>
          </a:xfrm>
          <a:prstGeom prst="roundRect">
            <a:avLst>
              <a:gd name="adj" fmla="val 5333"/>
            </a:avLst>
          </a:prstGeom>
          <a:solidFill>
            <a:srgbClr val="1A1A1D"/>
          </a:solidFill>
          <a:ln w="9525" cap="flat" cmpd="sng">
            <a:solidFill>
              <a:srgbClr val="2A2A2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6"/>
          <p:cNvSpPr txBox="1"/>
          <p:nvPr/>
        </p:nvSpPr>
        <p:spPr>
          <a:xfrm>
            <a:off x="950976" y="2112264"/>
            <a:ext cx="1508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6C543"/>
              </a:buClr>
              <a:buSzPts val="1300"/>
              <a:buFont typeface="Noto Sans KR"/>
              <a:buNone/>
            </a:pPr>
            <a:r>
              <a:rPr lang="en-US" sz="1300" b="1">
                <a:solidFill>
                  <a:srgbClr val="F6C543"/>
                </a:solidFill>
                <a:latin typeface="Noto Sans KR"/>
                <a:ea typeface="Noto Sans KR"/>
                <a:cs typeface="Noto Sans KR"/>
                <a:sym typeface="Noto Sans KR"/>
              </a:rPr>
              <a:t>1 영화 수집</a:t>
            </a:r>
            <a:endParaRPr sz="1300">
              <a:solidFill>
                <a:schemeClr val="lt1"/>
              </a:solidFill>
              <a:latin typeface="Noto Sans KR"/>
              <a:ea typeface="Noto Sans KR"/>
              <a:cs typeface="Noto Sans KR"/>
              <a:sym typeface="Noto Sans KR"/>
            </a:endParaRPr>
          </a:p>
        </p:txBody>
      </p:sp>
      <p:sp>
        <p:nvSpPr>
          <p:cNvPr id="341" name="Google Shape;341;p16"/>
          <p:cNvSpPr txBox="1"/>
          <p:nvPr/>
        </p:nvSpPr>
        <p:spPr>
          <a:xfrm>
            <a:off x="950976" y="2423160"/>
            <a:ext cx="1508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7"/>
              </a:buClr>
              <a:buSzPts val="1400"/>
              <a:buFont typeface="Noto Sans KR"/>
              <a:buNone/>
            </a:pPr>
            <a:r>
              <a:rPr lang="en-US" sz="1400" b="1">
                <a:solidFill>
                  <a:srgbClr val="F5F5F7"/>
                </a:solidFill>
                <a:latin typeface="Noto Sans KR"/>
                <a:ea typeface="Noto Sans KR"/>
                <a:cs typeface="Noto Sans KR"/>
                <a:sym typeface="Noto Sans KR"/>
              </a:rPr>
              <a:t>TMDB API</a:t>
            </a:r>
            <a:endParaRPr sz="1400">
              <a:solidFill>
                <a:schemeClr val="lt1"/>
              </a:solidFill>
              <a:latin typeface="Noto Sans KR"/>
              <a:ea typeface="Noto Sans KR"/>
              <a:cs typeface="Noto Sans KR"/>
              <a:sym typeface="Noto Sans KR"/>
            </a:endParaRPr>
          </a:p>
        </p:txBody>
      </p:sp>
      <p:sp>
        <p:nvSpPr>
          <p:cNvPr id="342" name="Google Shape;342;p16"/>
          <p:cNvSpPr txBox="1"/>
          <p:nvPr/>
        </p:nvSpPr>
        <p:spPr>
          <a:xfrm>
            <a:off x="950976" y="2734056"/>
            <a:ext cx="15087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8B8BE"/>
              </a:buClr>
              <a:buSzPts val="1150"/>
              <a:buFont typeface="Noto Sans KR"/>
              <a:buNone/>
            </a:pPr>
            <a:r>
              <a:rPr lang="en-US" sz="1150">
                <a:solidFill>
                  <a:srgbClr val="B8B8BE"/>
                </a:solidFill>
                <a:latin typeface="Noto Sans KR"/>
                <a:ea typeface="Noto Sans KR"/>
                <a:cs typeface="Noto Sans KR"/>
                <a:sym typeface="Noto Sans KR"/>
              </a:rPr>
              <a:t>포스터·예고편·출연진·등급·개봉일</a:t>
            </a:r>
            <a:endParaRPr sz="1150">
              <a:solidFill>
                <a:schemeClr val="lt1"/>
              </a:solidFill>
              <a:latin typeface="Noto Sans KR"/>
              <a:ea typeface="Noto Sans KR"/>
              <a:cs typeface="Noto Sans KR"/>
              <a:sym typeface="Noto Sans KR"/>
            </a:endParaRPr>
          </a:p>
        </p:txBody>
      </p:sp>
      <p:sp>
        <p:nvSpPr>
          <p:cNvPr id="343" name="Google Shape;343;p16"/>
          <p:cNvSpPr/>
          <p:nvPr/>
        </p:nvSpPr>
        <p:spPr>
          <a:xfrm>
            <a:off x="2688336" y="2578608"/>
            <a:ext cx="228600" cy="146304"/>
          </a:xfrm>
          <a:prstGeom prst="rightArrow">
            <a:avLst>
              <a:gd name="adj1" fmla="val 50000"/>
              <a:gd name="adj2" fmla="val 50000"/>
            </a:avLst>
          </a:prstGeom>
          <a:solidFill>
            <a:srgbClr val="F6C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6"/>
          <p:cNvSpPr/>
          <p:nvPr/>
        </p:nvSpPr>
        <p:spPr>
          <a:xfrm>
            <a:off x="3008376" y="1965960"/>
            <a:ext cx="1783080" cy="1371600"/>
          </a:xfrm>
          <a:prstGeom prst="roundRect">
            <a:avLst>
              <a:gd name="adj" fmla="val 5333"/>
            </a:avLst>
          </a:prstGeom>
          <a:solidFill>
            <a:srgbClr val="1A1A1D"/>
          </a:solidFill>
          <a:ln w="9525" cap="flat" cmpd="sng">
            <a:solidFill>
              <a:srgbClr val="2A2A2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6"/>
          <p:cNvSpPr txBox="1"/>
          <p:nvPr/>
        </p:nvSpPr>
        <p:spPr>
          <a:xfrm>
            <a:off x="3145536" y="2112264"/>
            <a:ext cx="1508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6C543"/>
              </a:buClr>
              <a:buSzPts val="1300"/>
              <a:buFont typeface="Noto Sans KR"/>
              <a:buNone/>
            </a:pPr>
            <a:r>
              <a:rPr lang="en-US" sz="1300" b="1">
                <a:solidFill>
                  <a:srgbClr val="F6C543"/>
                </a:solidFill>
                <a:latin typeface="Noto Sans KR"/>
                <a:ea typeface="Noto Sans KR"/>
                <a:cs typeface="Noto Sans KR"/>
                <a:sym typeface="Noto Sans KR"/>
              </a:rPr>
              <a:t>2 극장 수집</a:t>
            </a:r>
            <a:endParaRPr sz="1300">
              <a:solidFill>
                <a:schemeClr val="lt1"/>
              </a:solidFill>
              <a:latin typeface="Noto Sans KR"/>
              <a:ea typeface="Noto Sans KR"/>
              <a:cs typeface="Noto Sans KR"/>
              <a:sym typeface="Noto Sans KR"/>
            </a:endParaRPr>
          </a:p>
        </p:txBody>
      </p:sp>
      <p:sp>
        <p:nvSpPr>
          <p:cNvPr id="346" name="Google Shape;346;p16"/>
          <p:cNvSpPr txBox="1"/>
          <p:nvPr/>
        </p:nvSpPr>
        <p:spPr>
          <a:xfrm>
            <a:off x="3145536" y="2423160"/>
            <a:ext cx="1508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7"/>
              </a:buClr>
              <a:buSzPts val="1400"/>
              <a:buFont typeface="Noto Sans KR"/>
              <a:buNone/>
            </a:pPr>
            <a:r>
              <a:rPr lang="en-US" sz="1400" b="1">
                <a:solidFill>
                  <a:srgbClr val="F5F5F7"/>
                </a:solidFill>
                <a:latin typeface="Noto Sans KR"/>
                <a:ea typeface="Noto Sans KR"/>
                <a:cs typeface="Noto Sans KR"/>
                <a:sym typeface="Noto Sans KR"/>
              </a:rPr>
              <a:t>카카오 로컬 API</a:t>
            </a:r>
            <a:endParaRPr sz="1400">
              <a:solidFill>
                <a:schemeClr val="lt1"/>
              </a:solidFill>
              <a:latin typeface="Noto Sans KR"/>
              <a:ea typeface="Noto Sans KR"/>
              <a:cs typeface="Noto Sans KR"/>
              <a:sym typeface="Noto Sans KR"/>
            </a:endParaRPr>
          </a:p>
        </p:txBody>
      </p:sp>
      <p:sp>
        <p:nvSpPr>
          <p:cNvPr id="347" name="Google Shape;347;p16"/>
          <p:cNvSpPr txBox="1"/>
          <p:nvPr/>
        </p:nvSpPr>
        <p:spPr>
          <a:xfrm>
            <a:off x="3145536" y="2734056"/>
            <a:ext cx="15087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8B8BE"/>
              </a:buClr>
              <a:buSzPts val="1150"/>
              <a:buFont typeface="Noto Sans KR"/>
              <a:buNone/>
            </a:pPr>
            <a:r>
              <a:rPr lang="en-US" sz="1150">
                <a:solidFill>
                  <a:srgbClr val="B8B8BE"/>
                </a:solidFill>
                <a:latin typeface="Noto Sans KR"/>
                <a:ea typeface="Noto Sans KR"/>
                <a:cs typeface="Noto Sans KR"/>
                <a:sym typeface="Noto Sans KR"/>
              </a:rPr>
              <a:t>서울 CGV·롯데시네마·메가박스 지점과 좌표</a:t>
            </a:r>
            <a:endParaRPr sz="1150">
              <a:solidFill>
                <a:schemeClr val="lt1"/>
              </a:solidFill>
              <a:latin typeface="Noto Sans KR"/>
              <a:ea typeface="Noto Sans KR"/>
              <a:cs typeface="Noto Sans KR"/>
              <a:sym typeface="Noto Sans KR"/>
            </a:endParaRPr>
          </a:p>
        </p:txBody>
      </p:sp>
      <p:sp>
        <p:nvSpPr>
          <p:cNvPr id="348" name="Google Shape;348;p16"/>
          <p:cNvSpPr/>
          <p:nvPr/>
        </p:nvSpPr>
        <p:spPr>
          <a:xfrm>
            <a:off x="4882896" y="2578608"/>
            <a:ext cx="228600" cy="146304"/>
          </a:xfrm>
          <a:prstGeom prst="rightArrow">
            <a:avLst>
              <a:gd name="adj1" fmla="val 50000"/>
              <a:gd name="adj2" fmla="val 50000"/>
            </a:avLst>
          </a:prstGeom>
          <a:solidFill>
            <a:srgbClr val="F6C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6"/>
          <p:cNvSpPr/>
          <p:nvPr/>
        </p:nvSpPr>
        <p:spPr>
          <a:xfrm>
            <a:off x="5202936" y="1965960"/>
            <a:ext cx="1783080" cy="1371600"/>
          </a:xfrm>
          <a:prstGeom prst="roundRect">
            <a:avLst>
              <a:gd name="adj" fmla="val 5333"/>
            </a:avLst>
          </a:prstGeom>
          <a:solidFill>
            <a:srgbClr val="1A1A1D"/>
          </a:solidFill>
          <a:ln w="9525" cap="flat" cmpd="sng">
            <a:solidFill>
              <a:srgbClr val="2A2A2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6"/>
          <p:cNvSpPr txBox="1"/>
          <p:nvPr/>
        </p:nvSpPr>
        <p:spPr>
          <a:xfrm>
            <a:off x="5340096" y="2112264"/>
            <a:ext cx="1508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6C543"/>
              </a:buClr>
              <a:buSzPts val="1300"/>
              <a:buFont typeface="Noto Sans KR"/>
              <a:buNone/>
            </a:pPr>
            <a:r>
              <a:rPr lang="en-US" sz="1300" b="1">
                <a:solidFill>
                  <a:srgbClr val="F6C543"/>
                </a:solidFill>
                <a:latin typeface="Noto Sans KR"/>
                <a:ea typeface="Noto Sans KR"/>
                <a:cs typeface="Noto Sans KR"/>
                <a:sym typeface="Noto Sans KR"/>
              </a:rPr>
              <a:t>3 상영관·좌석</a:t>
            </a:r>
            <a:endParaRPr sz="1300">
              <a:solidFill>
                <a:schemeClr val="lt1"/>
              </a:solidFill>
              <a:latin typeface="Noto Sans KR"/>
              <a:ea typeface="Noto Sans KR"/>
              <a:cs typeface="Noto Sans KR"/>
              <a:sym typeface="Noto Sans KR"/>
            </a:endParaRPr>
          </a:p>
        </p:txBody>
      </p:sp>
      <p:sp>
        <p:nvSpPr>
          <p:cNvPr id="351" name="Google Shape;351;p16"/>
          <p:cNvSpPr txBox="1"/>
          <p:nvPr/>
        </p:nvSpPr>
        <p:spPr>
          <a:xfrm>
            <a:off x="5340096" y="2423160"/>
            <a:ext cx="1508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7"/>
              </a:buClr>
              <a:buSzPts val="1400"/>
              <a:buFont typeface="Noto Sans KR"/>
              <a:buNone/>
            </a:pPr>
            <a:r>
              <a:rPr lang="en-US" sz="1400" b="1">
                <a:solidFill>
                  <a:srgbClr val="F5F5F7"/>
                </a:solidFill>
                <a:latin typeface="Noto Sans KR"/>
                <a:ea typeface="Noto Sans KR"/>
                <a:cs typeface="Noto Sans KR"/>
                <a:sym typeface="Noto Sans KR"/>
              </a:rPr>
              <a:t>극장당 10관</a:t>
            </a:r>
            <a:endParaRPr sz="1400">
              <a:solidFill>
                <a:schemeClr val="lt1"/>
              </a:solidFill>
              <a:latin typeface="Noto Sans KR"/>
              <a:ea typeface="Noto Sans KR"/>
              <a:cs typeface="Noto Sans KR"/>
              <a:sym typeface="Noto Sans KR"/>
            </a:endParaRPr>
          </a:p>
        </p:txBody>
      </p:sp>
      <p:sp>
        <p:nvSpPr>
          <p:cNvPr id="352" name="Google Shape;352;p16"/>
          <p:cNvSpPr txBox="1"/>
          <p:nvPr/>
        </p:nvSpPr>
        <p:spPr>
          <a:xfrm>
            <a:off x="5340096" y="2734056"/>
            <a:ext cx="15087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8B8BE"/>
              </a:buClr>
              <a:buSzPts val="1150"/>
              <a:buFont typeface="Noto Sans KR"/>
              <a:buNone/>
            </a:pPr>
            <a:r>
              <a:rPr lang="en-US" sz="1150">
                <a:solidFill>
                  <a:srgbClr val="B8B8BE"/>
                </a:solidFill>
                <a:latin typeface="Noto Sans KR"/>
                <a:ea typeface="Noto Sans KR"/>
                <a:cs typeface="Noto Sans KR"/>
                <a:sym typeface="Noto Sans KR"/>
              </a:rPr>
              <a:t>관마다 120석, 6개 좌석 구역</a:t>
            </a:r>
            <a:endParaRPr sz="1150">
              <a:solidFill>
                <a:schemeClr val="lt1"/>
              </a:solidFill>
              <a:latin typeface="Noto Sans KR"/>
              <a:ea typeface="Noto Sans KR"/>
              <a:cs typeface="Noto Sans KR"/>
              <a:sym typeface="Noto Sans KR"/>
            </a:endParaRPr>
          </a:p>
        </p:txBody>
      </p:sp>
      <p:sp>
        <p:nvSpPr>
          <p:cNvPr id="353" name="Google Shape;353;p16"/>
          <p:cNvSpPr/>
          <p:nvPr/>
        </p:nvSpPr>
        <p:spPr>
          <a:xfrm>
            <a:off x="7077456" y="2578608"/>
            <a:ext cx="228600" cy="146304"/>
          </a:xfrm>
          <a:prstGeom prst="rightArrow">
            <a:avLst>
              <a:gd name="adj1" fmla="val 50000"/>
              <a:gd name="adj2" fmla="val 50000"/>
            </a:avLst>
          </a:prstGeom>
          <a:solidFill>
            <a:srgbClr val="F6C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6"/>
          <p:cNvSpPr/>
          <p:nvPr/>
        </p:nvSpPr>
        <p:spPr>
          <a:xfrm>
            <a:off x="7397496" y="1965960"/>
            <a:ext cx="1783080" cy="1371600"/>
          </a:xfrm>
          <a:prstGeom prst="roundRect">
            <a:avLst>
              <a:gd name="adj" fmla="val 5333"/>
            </a:avLst>
          </a:prstGeom>
          <a:solidFill>
            <a:srgbClr val="1A1A1D"/>
          </a:solidFill>
          <a:ln w="9525" cap="flat" cmpd="sng">
            <a:solidFill>
              <a:srgbClr val="2A2A2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6"/>
          <p:cNvSpPr txBox="1"/>
          <p:nvPr/>
        </p:nvSpPr>
        <p:spPr>
          <a:xfrm>
            <a:off x="7534656" y="2112264"/>
            <a:ext cx="1508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6C543"/>
              </a:buClr>
              <a:buSzPts val="1300"/>
              <a:buFont typeface="Noto Sans KR"/>
              <a:buNone/>
            </a:pPr>
            <a:r>
              <a:rPr lang="en-US" sz="1300" b="1">
                <a:solidFill>
                  <a:srgbClr val="F6C543"/>
                </a:solidFill>
                <a:latin typeface="Noto Sans KR"/>
                <a:ea typeface="Noto Sans KR"/>
                <a:cs typeface="Noto Sans KR"/>
                <a:sym typeface="Noto Sans KR"/>
              </a:rPr>
              <a:t>4 상영시간표</a:t>
            </a:r>
            <a:endParaRPr sz="1300">
              <a:solidFill>
                <a:schemeClr val="lt1"/>
              </a:solidFill>
              <a:latin typeface="Noto Sans KR"/>
              <a:ea typeface="Noto Sans KR"/>
              <a:cs typeface="Noto Sans KR"/>
              <a:sym typeface="Noto Sans KR"/>
            </a:endParaRPr>
          </a:p>
        </p:txBody>
      </p:sp>
      <p:sp>
        <p:nvSpPr>
          <p:cNvPr id="356" name="Google Shape;356;p16"/>
          <p:cNvSpPr txBox="1"/>
          <p:nvPr/>
        </p:nvSpPr>
        <p:spPr>
          <a:xfrm>
            <a:off x="7534656" y="2423160"/>
            <a:ext cx="1508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7"/>
              </a:buClr>
              <a:buSzPts val="1400"/>
              <a:buFont typeface="Noto Sans KR"/>
              <a:buNone/>
            </a:pPr>
            <a:r>
              <a:rPr lang="en-US" sz="1400" b="1">
                <a:solidFill>
                  <a:srgbClr val="F5F5F7"/>
                </a:solidFill>
                <a:latin typeface="Noto Sans KR"/>
                <a:ea typeface="Noto Sans KR"/>
                <a:cs typeface="Noto Sans KR"/>
                <a:sym typeface="Noto Sans KR"/>
              </a:rPr>
              <a:t>3일치 자동 편성</a:t>
            </a:r>
            <a:endParaRPr sz="1400">
              <a:solidFill>
                <a:schemeClr val="lt1"/>
              </a:solidFill>
              <a:latin typeface="Noto Sans KR"/>
              <a:ea typeface="Noto Sans KR"/>
              <a:cs typeface="Noto Sans KR"/>
              <a:sym typeface="Noto Sans KR"/>
            </a:endParaRPr>
          </a:p>
        </p:txBody>
      </p:sp>
      <p:sp>
        <p:nvSpPr>
          <p:cNvPr id="357" name="Google Shape;357;p16"/>
          <p:cNvSpPr txBox="1"/>
          <p:nvPr/>
        </p:nvSpPr>
        <p:spPr>
          <a:xfrm>
            <a:off x="7534656" y="2734056"/>
            <a:ext cx="15087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8B8BE"/>
              </a:buClr>
              <a:buSzPts val="1150"/>
              <a:buFont typeface="Noto Sans KR"/>
              <a:buNone/>
            </a:pPr>
            <a:r>
              <a:rPr lang="en-US" sz="1150">
                <a:solidFill>
                  <a:srgbClr val="B8B8BE"/>
                </a:solidFill>
                <a:latin typeface="Noto Sans KR"/>
                <a:ea typeface="Noto Sans KR"/>
                <a:cs typeface="Noto Sans KR"/>
                <a:sym typeface="Noto Sans KR"/>
              </a:rPr>
              <a:t>누적 관객 상위 10편을 순위별로 배분</a:t>
            </a:r>
            <a:endParaRPr sz="1150">
              <a:solidFill>
                <a:schemeClr val="lt1"/>
              </a:solidFill>
              <a:latin typeface="Noto Sans KR"/>
              <a:ea typeface="Noto Sans KR"/>
              <a:cs typeface="Noto Sans KR"/>
              <a:sym typeface="Noto Sans KR"/>
            </a:endParaRPr>
          </a:p>
        </p:txBody>
      </p:sp>
      <p:sp>
        <p:nvSpPr>
          <p:cNvPr id="358" name="Google Shape;358;p16"/>
          <p:cNvSpPr/>
          <p:nvPr/>
        </p:nvSpPr>
        <p:spPr>
          <a:xfrm>
            <a:off x="9272016" y="2578608"/>
            <a:ext cx="228600" cy="146304"/>
          </a:xfrm>
          <a:prstGeom prst="rightArrow">
            <a:avLst>
              <a:gd name="adj1" fmla="val 50000"/>
              <a:gd name="adj2" fmla="val 50000"/>
            </a:avLst>
          </a:prstGeom>
          <a:solidFill>
            <a:srgbClr val="F6C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6"/>
          <p:cNvSpPr/>
          <p:nvPr/>
        </p:nvSpPr>
        <p:spPr>
          <a:xfrm>
            <a:off x="9592056" y="1965960"/>
            <a:ext cx="1783080" cy="1371600"/>
          </a:xfrm>
          <a:prstGeom prst="roundRect">
            <a:avLst>
              <a:gd name="adj" fmla="val 5333"/>
            </a:avLst>
          </a:prstGeom>
          <a:solidFill>
            <a:srgbClr val="F6C543"/>
          </a:solidFill>
          <a:ln w="9525" cap="flat" cmpd="sng">
            <a:solidFill>
              <a:srgbClr val="F6C5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6"/>
          <p:cNvSpPr txBox="1"/>
          <p:nvPr/>
        </p:nvSpPr>
        <p:spPr>
          <a:xfrm>
            <a:off x="9729216" y="2112264"/>
            <a:ext cx="1508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61B"/>
              </a:buClr>
              <a:buSzPts val="1300"/>
              <a:buFont typeface="Noto Sans KR"/>
              <a:buNone/>
            </a:pPr>
            <a:r>
              <a:rPr lang="en-US" sz="1300" b="1">
                <a:solidFill>
                  <a:srgbClr val="14161B"/>
                </a:solidFill>
                <a:latin typeface="Noto Sans KR"/>
                <a:ea typeface="Noto Sans KR"/>
                <a:cs typeface="Noto Sans KR"/>
                <a:sym typeface="Noto Sans KR"/>
              </a:rPr>
              <a:t>5 회차별 좌석</a:t>
            </a:r>
            <a:endParaRPr sz="1300">
              <a:solidFill>
                <a:schemeClr val="lt1"/>
              </a:solidFill>
              <a:latin typeface="Noto Sans KR"/>
              <a:ea typeface="Noto Sans KR"/>
              <a:cs typeface="Noto Sans KR"/>
              <a:sym typeface="Noto Sans KR"/>
            </a:endParaRPr>
          </a:p>
        </p:txBody>
      </p:sp>
      <p:sp>
        <p:nvSpPr>
          <p:cNvPr id="361" name="Google Shape;361;p16"/>
          <p:cNvSpPr txBox="1"/>
          <p:nvPr/>
        </p:nvSpPr>
        <p:spPr>
          <a:xfrm>
            <a:off x="9729216" y="2423160"/>
            <a:ext cx="15087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61B"/>
              </a:buClr>
              <a:buSzPts val="1400"/>
              <a:buFont typeface="Noto Sans KR"/>
              <a:buNone/>
            </a:pPr>
            <a:r>
              <a:rPr lang="en-US" sz="1400" b="1">
                <a:solidFill>
                  <a:srgbClr val="14161B"/>
                </a:solidFill>
                <a:latin typeface="Noto Sans KR"/>
                <a:ea typeface="Noto Sans KR"/>
                <a:cs typeface="Noto Sans KR"/>
                <a:sym typeface="Noto Sans KR"/>
              </a:rPr>
              <a:t>showtime_seats</a:t>
            </a:r>
            <a:endParaRPr sz="1400">
              <a:solidFill>
                <a:schemeClr val="lt1"/>
              </a:solidFill>
              <a:latin typeface="Noto Sans KR"/>
              <a:ea typeface="Noto Sans KR"/>
              <a:cs typeface="Noto Sans KR"/>
              <a:sym typeface="Noto Sans KR"/>
            </a:endParaRPr>
          </a:p>
        </p:txBody>
      </p:sp>
      <p:sp>
        <p:nvSpPr>
          <p:cNvPr id="362" name="Google Shape;362;p16"/>
          <p:cNvSpPr txBox="1"/>
          <p:nvPr/>
        </p:nvSpPr>
        <p:spPr>
          <a:xfrm>
            <a:off x="9729216" y="2734056"/>
            <a:ext cx="150876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4161B"/>
              </a:buClr>
              <a:buSzPts val="1150"/>
              <a:buFont typeface="Noto Sans KR"/>
              <a:buNone/>
            </a:pPr>
            <a:r>
              <a:rPr lang="en-US" sz="1150">
                <a:solidFill>
                  <a:srgbClr val="14161B"/>
                </a:solidFill>
                <a:latin typeface="Noto Sans KR"/>
                <a:ea typeface="Noto Sans KR"/>
                <a:cs typeface="Noto Sans KR"/>
                <a:sym typeface="Noto Sans KR"/>
              </a:rPr>
              <a:t>회차마다 좌석 재고를 만들어 예매 준비</a:t>
            </a:r>
            <a:endParaRPr sz="1150">
              <a:solidFill>
                <a:schemeClr val="lt1"/>
              </a:solidFill>
              <a:latin typeface="Noto Sans KR"/>
              <a:ea typeface="Noto Sans KR"/>
              <a:cs typeface="Noto Sans KR"/>
              <a:sym typeface="Noto Sans KR"/>
            </a:endParaRPr>
          </a:p>
        </p:txBody>
      </p:sp>
      <p:sp>
        <p:nvSpPr>
          <p:cNvPr id="363" name="Google Shape;363;p16"/>
          <p:cNvSpPr/>
          <p:nvPr/>
        </p:nvSpPr>
        <p:spPr>
          <a:xfrm>
            <a:off x="813816" y="3657600"/>
            <a:ext cx="3369564" cy="1143000"/>
          </a:xfrm>
          <a:prstGeom prst="roundRect">
            <a:avLst>
              <a:gd name="adj" fmla="val 6400"/>
            </a:avLst>
          </a:prstGeom>
          <a:solidFill>
            <a:srgbClr val="1A1A1D"/>
          </a:solidFill>
          <a:ln w="9525" cap="flat" cmpd="sng">
            <a:solidFill>
              <a:srgbClr val="2A2A2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6"/>
          <p:cNvSpPr txBox="1"/>
          <p:nvPr/>
        </p:nvSpPr>
        <p:spPr>
          <a:xfrm>
            <a:off x="1014984" y="3822192"/>
            <a:ext cx="2967228"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편성 규칙</a:t>
            </a:r>
            <a:endParaRPr sz="1500">
              <a:solidFill>
                <a:schemeClr val="lt1"/>
              </a:solidFill>
              <a:latin typeface="Noto Sans KR"/>
              <a:ea typeface="Noto Sans KR"/>
              <a:cs typeface="Noto Sans KR"/>
              <a:sym typeface="Noto Sans KR"/>
            </a:endParaRPr>
          </a:p>
        </p:txBody>
      </p:sp>
      <p:sp>
        <p:nvSpPr>
          <p:cNvPr id="365" name="Google Shape;365;p16"/>
          <p:cNvSpPr txBox="1"/>
          <p:nvPr/>
        </p:nvSpPr>
        <p:spPr>
          <a:xfrm>
            <a:off x="1014984" y="4187952"/>
            <a:ext cx="2967228"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순위별 하루 회차 12 · 10 · 7 · 7 · 7 · 3 … 회, n위 영화가 n관 첫 회차를 차지</a:t>
            </a:r>
            <a:endParaRPr sz="1200">
              <a:solidFill>
                <a:schemeClr val="lt1"/>
              </a:solidFill>
              <a:latin typeface="Noto Sans KR"/>
              <a:ea typeface="Noto Sans KR"/>
              <a:cs typeface="Noto Sans KR"/>
              <a:sym typeface="Noto Sans KR"/>
            </a:endParaRPr>
          </a:p>
        </p:txBody>
      </p:sp>
      <p:sp>
        <p:nvSpPr>
          <p:cNvPr id="366" name="Google Shape;366;p16"/>
          <p:cNvSpPr/>
          <p:nvPr/>
        </p:nvSpPr>
        <p:spPr>
          <a:xfrm>
            <a:off x="4411980" y="3657600"/>
            <a:ext cx="3369564" cy="1143000"/>
          </a:xfrm>
          <a:prstGeom prst="roundRect">
            <a:avLst>
              <a:gd name="adj" fmla="val 6400"/>
            </a:avLst>
          </a:prstGeom>
          <a:solidFill>
            <a:srgbClr val="1A1A1D"/>
          </a:solidFill>
          <a:ln w="9525" cap="flat" cmpd="sng">
            <a:solidFill>
              <a:srgbClr val="2A2A2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6"/>
          <p:cNvSpPr txBox="1"/>
          <p:nvPr/>
        </p:nvSpPr>
        <p:spPr>
          <a:xfrm>
            <a:off x="4613148" y="3822192"/>
            <a:ext cx="2967228"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시간 규칙</a:t>
            </a:r>
            <a:endParaRPr sz="1500">
              <a:solidFill>
                <a:schemeClr val="lt1"/>
              </a:solidFill>
              <a:latin typeface="Noto Sans KR"/>
              <a:ea typeface="Noto Sans KR"/>
              <a:cs typeface="Noto Sans KR"/>
              <a:sym typeface="Noto Sans KR"/>
            </a:endParaRPr>
          </a:p>
        </p:txBody>
      </p:sp>
      <p:sp>
        <p:nvSpPr>
          <p:cNvPr id="368" name="Google Shape;368;p16"/>
          <p:cNvSpPr txBox="1"/>
          <p:nvPr/>
        </p:nvSpPr>
        <p:spPr>
          <a:xfrm>
            <a:off x="4613148" y="4187952"/>
            <a:ext cx="2967228"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첫 회차 08:00(극장·관마다 0~50분 차이), 03:00 전 종료, 광고 10분 + 청소 20분</a:t>
            </a:r>
            <a:endParaRPr sz="1200">
              <a:solidFill>
                <a:schemeClr val="lt1"/>
              </a:solidFill>
              <a:latin typeface="Noto Sans KR"/>
              <a:ea typeface="Noto Sans KR"/>
              <a:cs typeface="Noto Sans KR"/>
              <a:sym typeface="Noto Sans KR"/>
            </a:endParaRPr>
          </a:p>
        </p:txBody>
      </p:sp>
      <p:sp>
        <p:nvSpPr>
          <p:cNvPr id="369" name="Google Shape;369;p16"/>
          <p:cNvSpPr/>
          <p:nvPr/>
        </p:nvSpPr>
        <p:spPr>
          <a:xfrm>
            <a:off x="8010144" y="3657600"/>
            <a:ext cx="3369564" cy="1143000"/>
          </a:xfrm>
          <a:prstGeom prst="roundRect">
            <a:avLst>
              <a:gd name="adj" fmla="val 6400"/>
            </a:avLst>
          </a:prstGeom>
          <a:solidFill>
            <a:srgbClr val="1A1A1D"/>
          </a:solidFill>
          <a:ln w="9525" cap="flat" cmpd="sng">
            <a:solidFill>
              <a:srgbClr val="2A2A2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6"/>
          <p:cNvSpPr txBox="1"/>
          <p:nvPr/>
        </p:nvSpPr>
        <p:spPr>
          <a:xfrm>
            <a:off x="8211312" y="3822192"/>
            <a:ext cx="2967228"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F5F7"/>
              </a:buClr>
              <a:buSzPts val="1500"/>
              <a:buFont typeface="Noto Sans KR"/>
              <a:buNone/>
            </a:pPr>
            <a:r>
              <a:rPr lang="en-US" sz="1500" b="1">
                <a:solidFill>
                  <a:srgbClr val="F5F5F7"/>
                </a:solidFill>
                <a:latin typeface="Noto Sans KR"/>
                <a:ea typeface="Noto Sans KR"/>
                <a:cs typeface="Noto Sans KR"/>
                <a:sym typeface="Noto Sans KR"/>
              </a:rPr>
              <a:t>다시 실행해도 안전</a:t>
            </a:r>
            <a:endParaRPr sz="1500">
              <a:solidFill>
                <a:schemeClr val="lt1"/>
              </a:solidFill>
              <a:latin typeface="Noto Sans KR"/>
              <a:ea typeface="Noto Sans KR"/>
              <a:cs typeface="Noto Sans KR"/>
              <a:sym typeface="Noto Sans KR"/>
            </a:endParaRPr>
          </a:p>
        </p:txBody>
      </p:sp>
      <p:sp>
        <p:nvSpPr>
          <p:cNvPr id="371" name="Google Shape;371;p16"/>
          <p:cNvSpPr txBox="1"/>
          <p:nvPr/>
        </p:nvSpPr>
        <p:spPr>
          <a:xfrm>
            <a:off x="8211312" y="4187952"/>
            <a:ext cx="2967228"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8B8BE"/>
              </a:buClr>
              <a:buSzPts val="1200"/>
              <a:buFont typeface="Noto Sans KR"/>
              <a:buNone/>
            </a:pPr>
            <a:r>
              <a:rPr lang="en-US" sz="1200">
                <a:solidFill>
                  <a:srgbClr val="B8B8BE"/>
                </a:solidFill>
                <a:latin typeface="Noto Sans KR"/>
                <a:ea typeface="Noto Sans KR"/>
                <a:cs typeface="Noto Sans KR"/>
                <a:sym typeface="Noto Sans KR"/>
              </a:rPr>
              <a:t>이미 있는 날짜·좌석은 건너뛰고 빈 날짜만 채움 (서버 시작·관리자 화면에서 실행)</a:t>
            </a:r>
            <a:endParaRPr sz="1200">
              <a:solidFill>
                <a:schemeClr val="lt1"/>
              </a:solidFill>
              <a:latin typeface="Noto Sans KR"/>
              <a:ea typeface="Noto Sans KR"/>
              <a:cs typeface="Noto Sans KR"/>
              <a:sym typeface="Noto Sans K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F11"/>
        </a:solidFill>
        <a:effectLst/>
      </p:bgPr>
    </p:bg>
    <p:spTree>
      <p:nvGrpSpPr>
        <p:cNvPr id="1" name="Shape 376"/>
        <p:cNvGrpSpPr/>
        <p:nvPr/>
      </p:nvGrpSpPr>
      <p:grpSpPr>
        <a:xfrm>
          <a:off x="0" y="0"/>
          <a:ext cx="0" cy="0"/>
          <a:chOff x="0" y="0"/>
          <a:chExt cx="0" cy="0"/>
        </a:xfrm>
      </p:grpSpPr>
      <p:sp>
        <p:nvSpPr>
          <p:cNvPr id="377" name="Google Shape;377;p17"/>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378" name="Google Shape;378;p17"/>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sz="1400" b="1" spc="200">
                <a:solidFill>
                  <a:srgbClr val="F6C543"/>
                </a:solidFill>
                <a:latin typeface="Oswald"/>
                <a:ea typeface="Oswald"/>
                <a:cs typeface="Oswald"/>
                <a:sym typeface="Oswald"/>
              </a:rPr>
              <a:t>0</a:t>
            </a:r>
            <a:r>
              <a:rPr lang="en-US" b="1" spc="200">
                <a:solidFill>
                  <a:srgbClr val="F6C543"/>
                </a:solidFill>
                <a:latin typeface="Oswald"/>
                <a:ea typeface="Oswald"/>
                <a:cs typeface="Oswald"/>
                <a:sym typeface="Oswald"/>
              </a:rPr>
              <a:t>4</a:t>
            </a:r>
            <a:r>
              <a:rPr lang="en-US" sz="1400" b="1" spc="200">
                <a:solidFill>
                  <a:srgbClr val="F6C543"/>
                </a:solidFill>
                <a:latin typeface="Oswald"/>
                <a:ea typeface="Oswald"/>
                <a:cs typeface="Oswald"/>
                <a:sym typeface="Oswald"/>
              </a:rPr>
              <a:t> / </a:t>
            </a:r>
            <a:r>
              <a:rPr lang="en-US" b="1" spc="200">
                <a:solidFill>
                  <a:srgbClr val="F6C543"/>
                </a:solidFill>
                <a:latin typeface="Oswald"/>
                <a:ea typeface="Oswald"/>
                <a:cs typeface="Oswald"/>
                <a:sym typeface="Oswald"/>
              </a:rPr>
              <a:t>스마트 예매</a:t>
            </a:r>
            <a:endParaRPr sz="1400">
              <a:solidFill>
                <a:schemeClr val="lt1"/>
              </a:solidFill>
              <a:latin typeface="Noto Sans KR"/>
              <a:ea typeface="Noto Sans KR"/>
              <a:cs typeface="Noto Sans KR"/>
              <a:sym typeface="Noto Sans KR"/>
            </a:endParaRPr>
          </a:p>
        </p:txBody>
      </p:sp>
      <p:sp>
        <p:nvSpPr>
          <p:cNvPr id="379" name="Google Shape;379;p17"/>
          <p:cNvSpPr txBox="1">
            <a:spLocks noGrp="1"/>
          </p:cNvSpPr>
          <p:nvPr>
            <p:ph type="title"/>
          </p:nvPr>
        </p:nvSpPr>
        <p:spPr>
          <a:xfrm>
            <a:off x="812800" y="1150621"/>
            <a:ext cx="10883392" cy="49276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5F5F7"/>
              </a:buClr>
              <a:buSzPts val="3200"/>
              <a:buFont typeface="Noto Sans KR"/>
              <a:buNone/>
            </a:pPr>
            <a:r>
              <a:rPr lang="en-US" sz="3000" b="1"/>
              <a:t>선호 좌석 기반 예매 전략</a:t>
            </a:r>
            <a:endParaRPr sz="3000" b="1">
              <a:solidFill>
                <a:srgbClr val="F5F5F7"/>
              </a:solidFill>
            </a:endParaRPr>
          </a:p>
        </p:txBody>
      </p:sp>
      <p:sp>
        <p:nvSpPr>
          <p:cNvPr id="380" name="Google Shape;380;p17"/>
          <p:cNvSpPr/>
          <p:nvPr/>
        </p:nvSpPr>
        <p:spPr>
          <a:xfrm>
            <a:off x="812800" y="6238242"/>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381" name="Google Shape;381;p17"/>
          <p:cNvSpPr/>
          <p:nvPr/>
        </p:nvSpPr>
        <p:spPr>
          <a:xfrm>
            <a:off x="10058400" y="6238242"/>
            <a:ext cx="1320900" cy="2388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Clr>
                <a:schemeClr val="accent3"/>
              </a:buClr>
              <a:buSzPts val="1200"/>
              <a:buFont typeface="Oswald"/>
              <a:buNone/>
            </a:pPr>
            <a:r>
              <a:rPr lang="en-US" sz="1200">
                <a:solidFill>
                  <a:schemeClr val="accent3"/>
                </a:solidFill>
                <a:latin typeface="Oswald"/>
                <a:ea typeface="Oswald"/>
                <a:cs typeface="Oswald"/>
                <a:sym typeface="Oswald"/>
              </a:rPr>
              <a:t>11</a:t>
            </a:r>
            <a:endParaRPr sz="1200">
              <a:solidFill>
                <a:schemeClr val="lt1"/>
              </a:solidFill>
              <a:latin typeface="Noto Sans KR"/>
              <a:ea typeface="Noto Sans KR"/>
              <a:cs typeface="Noto Sans KR"/>
              <a:sym typeface="Noto Sans KR"/>
            </a:endParaRPr>
          </a:p>
          <a:p>
            <a:pPr marL="0" marR="0" lvl="0" indent="0" algn="r" rtl="0">
              <a:lnSpc>
                <a:spcPct val="140000"/>
              </a:lnSpc>
              <a:spcBef>
                <a:spcPts val="0"/>
              </a:spcBef>
              <a:spcAft>
                <a:spcPts val="0"/>
              </a:spcAft>
              <a:buClr>
                <a:srgbClr val="8E8E95"/>
              </a:buClr>
              <a:buSzPts val="1200"/>
              <a:buFont typeface="Oswald"/>
              <a:buNone/>
            </a:pPr>
            <a:endParaRPr sz="1200">
              <a:solidFill>
                <a:schemeClr val="lt1"/>
              </a:solidFill>
              <a:latin typeface="Noto Sans KR"/>
              <a:ea typeface="Noto Sans KR"/>
              <a:cs typeface="Noto Sans KR"/>
              <a:sym typeface="Noto Sans KR"/>
            </a:endParaRPr>
          </a:p>
        </p:txBody>
      </p:sp>
      <p:sp>
        <p:nvSpPr>
          <p:cNvPr id="382" name="Google Shape;382;p17"/>
          <p:cNvSpPr txBox="1"/>
          <p:nvPr/>
        </p:nvSpPr>
        <p:spPr>
          <a:xfrm>
            <a:off x="1638300" y="5740400"/>
            <a:ext cx="9067800" cy="431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600">
                <a:solidFill>
                  <a:srgbClr val="E5E5EB"/>
                </a:solidFill>
                <a:latin typeface="Noto Sans KR"/>
                <a:ea typeface="Noto Sans KR"/>
                <a:cs typeface="Noto Sans KR"/>
                <a:sym typeface="Noto Sans KR"/>
              </a:rPr>
              <a:t>구역 내 좌석은 관람 인원에 맞는 </a:t>
            </a:r>
            <a:r>
              <a:rPr lang="en-US" sz="1600" b="1">
                <a:solidFill>
                  <a:srgbClr val="F6C543"/>
                </a:solidFill>
                <a:latin typeface="Noto Sans KR"/>
                <a:ea typeface="Noto Sans KR"/>
                <a:cs typeface="Noto Sans KR"/>
                <a:sym typeface="Noto Sans KR"/>
              </a:rPr>
              <a:t>연석 우선</a:t>
            </a:r>
            <a:endParaRPr sz="1600" b="1">
              <a:solidFill>
                <a:srgbClr val="F6C543"/>
              </a:solidFill>
              <a:latin typeface="Noto Sans KR"/>
              <a:ea typeface="Noto Sans KR"/>
              <a:cs typeface="Noto Sans KR"/>
              <a:sym typeface="Noto Sans KR"/>
            </a:endParaRPr>
          </a:p>
        </p:txBody>
      </p:sp>
      <p:sp>
        <p:nvSpPr>
          <p:cNvPr id="383" name="Google Shape;383;p17"/>
          <p:cNvSpPr/>
          <p:nvPr/>
        </p:nvSpPr>
        <p:spPr>
          <a:xfrm>
            <a:off x="1270000" y="1993900"/>
            <a:ext cx="3302100" cy="355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2100" b="1">
                <a:solidFill>
                  <a:srgbClr val="F5F5F7"/>
                </a:solidFill>
                <a:latin typeface="Noto Sans KR"/>
                <a:ea typeface="Noto Sans KR"/>
                <a:cs typeface="Noto Sans KR"/>
                <a:sym typeface="Noto Sans KR"/>
              </a:rPr>
              <a:t>선호 좌석</a:t>
            </a:r>
            <a:endParaRPr sz="2100" b="1">
              <a:solidFill>
                <a:srgbClr val="F5F5F7"/>
              </a:solidFill>
              <a:latin typeface="Noto Sans KR"/>
              <a:ea typeface="Noto Sans KR"/>
              <a:cs typeface="Noto Sans KR"/>
              <a:sym typeface="Noto Sans KR"/>
            </a:endParaRPr>
          </a:p>
        </p:txBody>
      </p:sp>
      <p:sp>
        <p:nvSpPr>
          <p:cNvPr id="384" name="Google Shape;384;p17"/>
          <p:cNvSpPr/>
          <p:nvPr/>
        </p:nvSpPr>
        <p:spPr>
          <a:xfrm>
            <a:off x="1270000" y="2438400"/>
            <a:ext cx="3302100" cy="279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200">
                <a:solidFill>
                  <a:srgbClr val="B8B8BE"/>
                </a:solidFill>
                <a:latin typeface="Noto Sans KR"/>
                <a:ea typeface="Noto Sans KR"/>
                <a:cs typeface="Noto Sans KR"/>
                <a:sym typeface="Noto Sans KR"/>
              </a:rPr>
              <a:t>선호 구역 순위 우선</a:t>
            </a:r>
            <a:endParaRPr sz="1200">
              <a:solidFill>
                <a:srgbClr val="B8B8BE"/>
              </a:solidFill>
              <a:latin typeface="Noto Sans KR"/>
              <a:ea typeface="Noto Sans KR"/>
              <a:cs typeface="Noto Sans KR"/>
              <a:sym typeface="Noto Sans KR"/>
            </a:endParaRPr>
          </a:p>
        </p:txBody>
      </p:sp>
      <p:sp>
        <p:nvSpPr>
          <p:cNvPr id="385" name="Google Shape;385;p17"/>
          <p:cNvSpPr/>
          <p:nvPr/>
        </p:nvSpPr>
        <p:spPr>
          <a:xfrm>
            <a:off x="4343400" y="2044700"/>
            <a:ext cx="330300" cy="38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900" b="1">
                <a:solidFill>
                  <a:srgbClr val="F6C543"/>
                </a:solidFill>
                <a:latin typeface="Noto Sans KR"/>
                <a:ea typeface="Noto Sans KR"/>
                <a:cs typeface="Noto Sans KR"/>
                <a:sym typeface="Noto Sans KR"/>
              </a:rPr>
              <a:t>→</a:t>
            </a:r>
            <a:endParaRPr sz="1900" b="1">
              <a:solidFill>
                <a:srgbClr val="F6C543"/>
              </a:solidFill>
              <a:latin typeface="Noto Sans KR"/>
              <a:ea typeface="Noto Sans KR"/>
              <a:cs typeface="Noto Sans KR"/>
              <a:sym typeface="Noto Sans KR"/>
            </a:endParaRPr>
          </a:p>
        </p:txBody>
      </p:sp>
      <p:sp>
        <p:nvSpPr>
          <p:cNvPr id="386" name="Google Shape;386;p17"/>
          <p:cNvSpPr/>
          <p:nvPr/>
        </p:nvSpPr>
        <p:spPr>
          <a:xfrm>
            <a:off x="4445000" y="1993900"/>
            <a:ext cx="3302100" cy="355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2100" b="1">
                <a:solidFill>
                  <a:srgbClr val="F5F5F7"/>
                </a:solidFill>
                <a:latin typeface="Noto Sans KR"/>
                <a:ea typeface="Noto Sans KR"/>
                <a:cs typeface="Noto Sans KR"/>
                <a:sym typeface="Noto Sans KR"/>
              </a:rPr>
              <a:t>균형 추천</a:t>
            </a:r>
            <a:endParaRPr sz="2100" b="1">
              <a:solidFill>
                <a:srgbClr val="F5F5F7"/>
              </a:solidFill>
              <a:latin typeface="Noto Sans KR"/>
              <a:ea typeface="Noto Sans KR"/>
              <a:cs typeface="Noto Sans KR"/>
              <a:sym typeface="Noto Sans KR"/>
            </a:endParaRPr>
          </a:p>
        </p:txBody>
      </p:sp>
      <p:sp>
        <p:nvSpPr>
          <p:cNvPr id="387" name="Google Shape;387;p17"/>
          <p:cNvSpPr/>
          <p:nvPr/>
        </p:nvSpPr>
        <p:spPr>
          <a:xfrm>
            <a:off x="4445000" y="2438400"/>
            <a:ext cx="3302100" cy="279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200">
                <a:solidFill>
                  <a:srgbClr val="B8B8BE"/>
                </a:solidFill>
                <a:latin typeface="Noto Sans KR"/>
                <a:ea typeface="Noto Sans KR"/>
                <a:cs typeface="Noto Sans KR"/>
                <a:sym typeface="Noto Sans KR"/>
              </a:rPr>
              <a:t>좌석 선호와 앞선 대기를 함께 고려</a:t>
            </a:r>
            <a:endParaRPr sz="1200">
              <a:solidFill>
                <a:srgbClr val="B8B8BE"/>
              </a:solidFill>
              <a:latin typeface="Noto Sans KR"/>
              <a:ea typeface="Noto Sans KR"/>
              <a:cs typeface="Noto Sans KR"/>
              <a:sym typeface="Noto Sans KR"/>
            </a:endParaRPr>
          </a:p>
        </p:txBody>
      </p:sp>
      <p:sp>
        <p:nvSpPr>
          <p:cNvPr id="388" name="Google Shape;388;p17"/>
          <p:cNvSpPr/>
          <p:nvPr/>
        </p:nvSpPr>
        <p:spPr>
          <a:xfrm>
            <a:off x="7518400" y="2044700"/>
            <a:ext cx="330300" cy="38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900" b="1">
                <a:solidFill>
                  <a:srgbClr val="F6C543"/>
                </a:solidFill>
                <a:latin typeface="Noto Sans KR"/>
                <a:ea typeface="Noto Sans KR"/>
                <a:cs typeface="Noto Sans KR"/>
                <a:sym typeface="Noto Sans KR"/>
              </a:rPr>
              <a:t>→</a:t>
            </a:r>
            <a:endParaRPr sz="1900" b="1">
              <a:solidFill>
                <a:srgbClr val="F6C543"/>
              </a:solidFill>
              <a:latin typeface="Noto Sans KR"/>
              <a:ea typeface="Noto Sans KR"/>
              <a:cs typeface="Noto Sans KR"/>
              <a:sym typeface="Noto Sans KR"/>
            </a:endParaRPr>
          </a:p>
        </p:txBody>
      </p:sp>
      <p:sp>
        <p:nvSpPr>
          <p:cNvPr id="389" name="Google Shape;389;p17"/>
          <p:cNvSpPr/>
          <p:nvPr/>
        </p:nvSpPr>
        <p:spPr>
          <a:xfrm>
            <a:off x="7620000" y="1993900"/>
            <a:ext cx="3302100" cy="355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2100" b="1">
                <a:solidFill>
                  <a:srgbClr val="F5F5F7"/>
                </a:solidFill>
                <a:latin typeface="Noto Sans KR"/>
                <a:ea typeface="Noto Sans KR"/>
                <a:cs typeface="Noto Sans KR"/>
                <a:sym typeface="Noto Sans KR"/>
              </a:rPr>
              <a:t>빠른 예매</a:t>
            </a:r>
            <a:endParaRPr sz="2100" b="1">
              <a:solidFill>
                <a:srgbClr val="F5F5F7"/>
              </a:solidFill>
              <a:latin typeface="Noto Sans KR"/>
              <a:ea typeface="Noto Sans KR"/>
              <a:cs typeface="Noto Sans KR"/>
              <a:sym typeface="Noto Sans KR"/>
            </a:endParaRPr>
          </a:p>
        </p:txBody>
      </p:sp>
      <p:sp>
        <p:nvSpPr>
          <p:cNvPr id="390" name="Google Shape;390;p17"/>
          <p:cNvSpPr/>
          <p:nvPr/>
        </p:nvSpPr>
        <p:spPr>
          <a:xfrm>
            <a:off x="7620000" y="2438400"/>
            <a:ext cx="3302100" cy="279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200">
                <a:solidFill>
                  <a:srgbClr val="B8B8BE"/>
                </a:solidFill>
                <a:latin typeface="Noto Sans KR"/>
                <a:ea typeface="Noto Sans KR"/>
                <a:cs typeface="Noto Sans KR"/>
                <a:sym typeface="Noto Sans KR"/>
              </a:rPr>
              <a:t>즉시 선점 가능 여부 우선</a:t>
            </a:r>
            <a:endParaRPr sz="1200">
              <a:solidFill>
                <a:srgbClr val="B8B8BE"/>
              </a:solidFill>
              <a:latin typeface="Noto Sans KR"/>
              <a:ea typeface="Noto Sans KR"/>
              <a:cs typeface="Noto Sans KR"/>
              <a:sym typeface="Noto Sans KR"/>
            </a:endParaRPr>
          </a:p>
        </p:txBody>
      </p:sp>
      <p:graphicFrame>
        <p:nvGraphicFramePr>
          <p:cNvPr id="391" name="Google Shape;391;p17"/>
          <p:cNvGraphicFramePr/>
          <p:nvPr/>
        </p:nvGraphicFramePr>
        <p:xfrm>
          <a:off x="4724400" y="3131775"/>
          <a:ext cx="6654800" cy="2413000"/>
        </p:xfrm>
        <a:graphic>
          <a:graphicData uri="http://schemas.openxmlformats.org/drawingml/2006/table">
            <a:tbl>
              <a:tblPr>
                <a:noFill/>
                <a:tableStyleId>{29D62EB9-B020-4353-B102-50C2F93F9756}</a:tableStyleId>
              </a:tblPr>
              <a:tblGrid>
                <a:gridCol w="2235200">
                  <a:extLst>
                    <a:ext uri="{9D8B030D-6E8A-4147-A177-3AD203B41FA5}">
                      <a16:colId xmlns:a16="http://schemas.microsoft.com/office/drawing/2014/main" val="20000"/>
                    </a:ext>
                  </a:extLst>
                </a:gridCol>
                <a:gridCol w="1473200">
                  <a:extLst>
                    <a:ext uri="{9D8B030D-6E8A-4147-A177-3AD203B41FA5}">
                      <a16:colId xmlns:a16="http://schemas.microsoft.com/office/drawing/2014/main" val="20001"/>
                    </a:ext>
                  </a:extLst>
                </a:gridCol>
                <a:gridCol w="1473200">
                  <a:extLst>
                    <a:ext uri="{9D8B030D-6E8A-4147-A177-3AD203B41FA5}">
                      <a16:colId xmlns:a16="http://schemas.microsoft.com/office/drawing/2014/main" val="20002"/>
                    </a:ext>
                  </a:extLst>
                </a:gridCol>
                <a:gridCol w="1473200">
                  <a:extLst>
                    <a:ext uri="{9D8B030D-6E8A-4147-A177-3AD203B41FA5}">
                      <a16:colId xmlns:a16="http://schemas.microsoft.com/office/drawing/2014/main" val="20003"/>
                    </a:ext>
                  </a:extLst>
                </a:gridCol>
              </a:tblGrid>
              <a:tr h="482600">
                <a:tc>
                  <a:txBody>
                    <a:bodyPr/>
                    <a:lstStyle/>
                    <a:p>
                      <a:pPr marL="0" lvl="0" indent="0" algn="ctr" rtl="0">
                        <a:lnSpc>
                          <a:spcPct val="100000"/>
                        </a:lnSpc>
                        <a:spcBef>
                          <a:spcPts val="0"/>
                        </a:spcBef>
                        <a:spcAft>
                          <a:spcPts val="0"/>
                        </a:spcAft>
                        <a:buNone/>
                      </a:pPr>
                      <a:r>
                        <a:rPr lang="en-US" sz="1300">
                          <a:solidFill>
                            <a:srgbClr val="B8B8BE"/>
                          </a:solidFill>
                          <a:latin typeface="Noto Sans KR"/>
                          <a:ea typeface="Noto Sans KR"/>
                          <a:cs typeface="Noto Sans KR"/>
                          <a:sym typeface="Noto Sans KR"/>
                        </a:rPr>
                        <a:t>첫 예매 가능 후보</a:t>
                      </a:r>
                      <a:endParaRPr sz="1300">
                        <a:solidFill>
                          <a:srgbClr val="B8B8BE"/>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28282D"/>
                    </a:solidFill>
                  </a:tcPr>
                </a:tc>
                <a:tc>
                  <a:txBody>
                    <a:bodyPr/>
                    <a:lstStyle/>
                    <a:p>
                      <a:pPr marL="0" lvl="0" indent="0" algn="ctr" rtl="0">
                        <a:lnSpc>
                          <a:spcPct val="100000"/>
                        </a:lnSpc>
                        <a:spcBef>
                          <a:spcPts val="0"/>
                        </a:spcBef>
                        <a:spcAft>
                          <a:spcPts val="0"/>
                        </a:spcAft>
                        <a:buNone/>
                      </a:pPr>
                      <a:r>
                        <a:rPr lang="en-US" sz="1300">
                          <a:solidFill>
                            <a:srgbClr val="B8B8BE"/>
                          </a:solidFill>
                          <a:latin typeface="Noto Sans KR"/>
                          <a:ea typeface="Noto Sans KR"/>
                          <a:cs typeface="Noto Sans KR"/>
                          <a:sym typeface="Noto Sans KR"/>
                        </a:rPr>
                        <a:t>선호 좌석</a:t>
                      </a:r>
                      <a:endParaRPr sz="1300">
                        <a:solidFill>
                          <a:srgbClr val="B8B8BE"/>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28282D"/>
                    </a:solidFill>
                  </a:tcPr>
                </a:tc>
                <a:tc>
                  <a:txBody>
                    <a:bodyPr/>
                    <a:lstStyle/>
                    <a:p>
                      <a:pPr marL="0" lvl="0" indent="0" algn="ctr" rtl="0">
                        <a:lnSpc>
                          <a:spcPct val="100000"/>
                        </a:lnSpc>
                        <a:spcBef>
                          <a:spcPts val="0"/>
                        </a:spcBef>
                        <a:spcAft>
                          <a:spcPts val="0"/>
                        </a:spcAft>
                        <a:buNone/>
                      </a:pPr>
                      <a:r>
                        <a:rPr lang="en-US" sz="1300">
                          <a:solidFill>
                            <a:srgbClr val="B8B8BE"/>
                          </a:solidFill>
                          <a:latin typeface="Noto Sans KR"/>
                          <a:ea typeface="Noto Sans KR"/>
                          <a:cs typeface="Noto Sans KR"/>
                          <a:sym typeface="Noto Sans KR"/>
                        </a:rPr>
                        <a:t>균형 추천</a:t>
                      </a:r>
                      <a:endParaRPr sz="1300">
                        <a:solidFill>
                          <a:srgbClr val="B8B8BE"/>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28282D"/>
                    </a:solidFill>
                  </a:tcPr>
                </a:tc>
                <a:tc>
                  <a:txBody>
                    <a:bodyPr/>
                    <a:lstStyle/>
                    <a:p>
                      <a:pPr marL="0" lvl="0" indent="0" algn="ctr" rtl="0">
                        <a:lnSpc>
                          <a:spcPct val="100000"/>
                        </a:lnSpc>
                        <a:spcBef>
                          <a:spcPts val="0"/>
                        </a:spcBef>
                        <a:spcAft>
                          <a:spcPts val="0"/>
                        </a:spcAft>
                        <a:buNone/>
                      </a:pPr>
                      <a:r>
                        <a:rPr lang="en-US" sz="1300">
                          <a:solidFill>
                            <a:srgbClr val="B8B8BE"/>
                          </a:solidFill>
                          <a:latin typeface="Noto Sans KR"/>
                          <a:ea typeface="Noto Sans KR"/>
                          <a:cs typeface="Noto Sans KR"/>
                          <a:sym typeface="Noto Sans KR"/>
                        </a:rPr>
                        <a:t>빠른 예매</a:t>
                      </a:r>
                      <a:endParaRPr sz="1300">
                        <a:solidFill>
                          <a:srgbClr val="B8B8BE"/>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28282D"/>
                    </a:solidFill>
                  </a:tcPr>
                </a:tc>
                <a:extLst>
                  <a:ext uri="{0D108BD9-81ED-4DB2-BD59-A6C34878D82A}">
                    <a16:rowId xmlns:a16="http://schemas.microsoft.com/office/drawing/2014/main" val="10000"/>
                  </a:ext>
                </a:extLst>
              </a:tr>
              <a:tr h="482600">
                <a:tc>
                  <a:txBody>
                    <a:bodyPr/>
                    <a:lstStyle/>
                    <a:p>
                      <a:pPr marL="0" lvl="0" indent="0" algn="ctr" rtl="0">
                        <a:lnSpc>
                          <a:spcPct val="100000"/>
                        </a:lnSpc>
                        <a:spcBef>
                          <a:spcPts val="0"/>
                        </a:spcBef>
                        <a:spcAft>
                          <a:spcPts val="0"/>
                        </a:spcAft>
                        <a:buNone/>
                      </a:pPr>
                      <a:r>
                        <a:rPr lang="en-US" sz="1600" b="1">
                          <a:solidFill>
                            <a:srgbClr val="F5F5F7"/>
                          </a:solidFill>
                          <a:latin typeface="Noto Sans KR"/>
                          <a:ea typeface="Noto Sans KR"/>
                          <a:cs typeface="Noto Sans KR"/>
                          <a:sym typeface="Noto Sans KR"/>
                        </a:rPr>
                        <a:t>선호 좌석</a:t>
                      </a:r>
                      <a:endParaRPr sz="1600" b="1">
                        <a:solidFill>
                          <a:srgbClr val="F5F5F7"/>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1A1A1D"/>
                    </a:solidFill>
                  </a:tcPr>
                </a:tc>
                <a:tc>
                  <a:txBody>
                    <a:bodyPr/>
                    <a:lstStyle/>
                    <a:p>
                      <a:pPr marL="0" lvl="0" indent="0" algn="ctr" rtl="0">
                        <a:lnSpc>
                          <a:spcPct val="100000"/>
                        </a:lnSpc>
                        <a:spcBef>
                          <a:spcPts val="0"/>
                        </a:spcBef>
                        <a:spcAft>
                          <a:spcPts val="0"/>
                        </a:spcAft>
                        <a:buNone/>
                      </a:pPr>
                      <a:r>
                        <a:rPr lang="en-US" sz="1600" b="1">
                          <a:solidFill>
                            <a:srgbClr val="111113"/>
                          </a:solidFill>
                          <a:latin typeface="Noto Sans KR"/>
                          <a:ea typeface="Noto Sans KR"/>
                          <a:cs typeface="Noto Sans KR"/>
                          <a:sym typeface="Noto Sans KR"/>
                        </a:rPr>
                        <a:t>선점</a:t>
                      </a:r>
                      <a:endParaRPr sz="1600" b="1">
                        <a:solidFill>
                          <a:srgbClr val="111113"/>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F6C543"/>
                    </a:solidFill>
                  </a:tcPr>
                </a:tc>
                <a:tc>
                  <a:txBody>
                    <a:bodyPr/>
                    <a:lstStyle/>
                    <a:p>
                      <a:pPr marL="0" lvl="0" indent="0" algn="ctr" rtl="0">
                        <a:lnSpc>
                          <a:spcPct val="100000"/>
                        </a:lnSpc>
                        <a:spcBef>
                          <a:spcPts val="0"/>
                        </a:spcBef>
                        <a:spcAft>
                          <a:spcPts val="0"/>
                        </a:spcAft>
                        <a:buNone/>
                      </a:pPr>
                      <a:r>
                        <a:rPr lang="en-US" sz="1600">
                          <a:solidFill>
                            <a:srgbClr val="727279"/>
                          </a:solidFill>
                          <a:latin typeface="Noto Sans KR"/>
                          <a:ea typeface="Noto Sans KR"/>
                          <a:cs typeface="Noto Sans KR"/>
                          <a:sym typeface="Noto Sans KR"/>
                        </a:rPr>
                        <a:t>미등록</a:t>
                      </a:r>
                      <a:endParaRPr sz="1600">
                        <a:solidFill>
                          <a:srgbClr val="727279"/>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161619"/>
                    </a:solidFill>
                  </a:tcPr>
                </a:tc>
                <a:tc>
                  <a:txBody>
                    <a:bodyPr/>
                    <a:lstStyle/>
                    <a:p>
                      <a:pPr marL="0" lvl="0" indent="0" algn="ctr" rtl="0">
                        <a:lnSpc>
                          <a:spcPct val="100000"/>
                        </a:lnSpc>
                        <a:spcBef>
                          <a:spcPts val="0"/>
                        </a:spcBef>
                        <a:spcAft>
                          <a:spcPts val="0"/>
                        </a:spcAft>
                        <a:buNone/>
                      </a:pPr>
                      <a:r>
                        <a:rPr lang="en-US" sz="1600">
                          <a:solidFill>
                            <a:srgbClr val="727279"/>
                          </a:solidFill>
                          <a:latin typeface="Noto Sans KR"/>
                          <a:ea typeface="Noto Sans KR"/>
                          <a:cs typeface="Noto Sans KR"/>
                          <a:sym typeface="Noto Sans KR"/>
                        </a:rPr>
                        <a:t>미등록</a:t>
                      </a:r>
                      <a:endParaRPr sz="1600">
                        <a:solidFill>
                          <a:srgbClr val="727279"/>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161619"/>
                    </a:solidFill>
                  </a:tcPr>
                </a:tc>
                <a:extLst>
                  <a:ext uri="{0D108BD9-81ED-4DB2-BD59-A6C34878D82A}">
                    <a16:rowId xmlns:a16="http://schemas.microsoft.com/office/drawing/2014/main" val="10001"/>
                  </a:ext>
                </a:extLst>
              </a:tr>
              <a:tr h="482600">
                <a:tc>
                  <a:txBody>
                    <a:bodyPr/>
                    <a:lstStyle/>
                    <a:p>
                      <a:pPr marL="0" lvl="0" indent="0" algn="ctr" rtl="0">
                        <a:lnSpc>
                          <a:spcPct val="100000"/>
                        </a:lnSpc>
                        <a:spcBef>
                          <a:spcPts val="0"/>
                        </a:spcBef>
                        <a:spcAft>
                          <a:spcPts val="0"/>
                        </a:spcAft>
                        <a:buNone/>
                      </a:pPr>
                      <a:r>
                        <a:rPr lang="en-US" sz="1600" b="1">
                          <a:solidFill>
                            <a:srgbClr val="F5F5F7"/>
                          </a:solidFill>
                          <a:latin typeface="Noto Sans KR"/>
                          <a:ea typeface="Noto Sans KR"/>
                          <a:cs typeface="Noto Sans KR"/>
                          <a:sym typeface="Noto Sans KR"/>
                        </a:rPr>
                        <a:t>균형 추천</a:t>
                      </a:r>
                      <a:endParaRPr sz="1600" b="1">
                        <a:solidFill>
                          <a:srgbClr val="F5F5F7"/>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1A1A1D"/>
                    </a:solidFill>
                  </a:tcPr>
                </a:tc>
                <a:tc>
                  <a:txBody>
                    <a:bodyPr/>
                    <a:lstStyle/>
                    <a:p>
                      <a:pPr marL="0" lvl="0" indent="0" algn="ctr" rtl="0">
                        <a:lnSpc>
                          <a:spcPct val="100000"/>
                        </a:lnSpc>
                        <a:spcBef>
                          <a:spcPts val="0"/>
                        </a:spcBef>
                        <a:spcAft>
                          <a:spcPts val="0"/>
                        </a:spcAft>
                        <a:buNone/>
                      </a:pPr>
                      <a:r>
                        <a:rPr lang="en-US" sz="1600" b="1">
                          <a:solidFill>
                            <a:srgbClr val="F6C543"/>
                          </a:solidFill>
                          <a:latin typeface="Noto Sans KR"/>
                          <a:ea typeface="Noto Sans KR"/>
                          <a:cs typeface="Noto Sans KR"/>
                          <a:sym typeface="Noto Sans KR"/>
                        </a:rPr>
                        <a:t>대기</a:t>
                      </a:r>
                      <a:endParaRPr sz="1600" b="1">
                        <a:solidFill>
                          <a:srgbClr val="F6C543"/>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302A1A"/>
                    </a:solidFill>
                  </a:tcPr>
                </a:tc>
                <a:tc>
                  <a:txBody>
                    <a:bodyPr/>
                    <a:lstStyle/>
                    <a:p>
                      <a:pPr marL="0" lvl="0" indent="0" algn="ctr" rtl="0">
                        <a:lnSpc>
                          <a:spcPct val="100000"/>
                        </a:lnSpc>
                        <a:spcBef>
                          <a:spcPts val="0"/>
                        </a:spcBef>
                        <a:spcAft>
                          <a:spcPts val="0"/>
                        </a:spcAft>
                        <a:buNone/>
                      </a:pPr>
                      <a:r>
                        <a:rPr lang="en-US" sz="1600" b="1">
                          <a:solidFill>
                            <a:srgbClr val="111113"/>
                          </a:solidFill>
                          <a:latin typeface="Noto Sans KR"/>
                          <a:ea typeface="Noto Sans KR"/>
                          <a:cs typeface="Noto Sans KR"/>
                          <a:sym typeface="Noto Sans KR"/>
                        </a:rPr>
                        <a:t>선점</a:t>
                      </a:r>
                      <a:endParaRPr sz="1600" b="1">
                        <a:solidFill>
                          <a:srgbClr val="111113"/>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F6C543"/>
                    </a:solidFill>
                  </a:tcPr>
                </a:tc>
                <a:tc>
                  <a:txBody>
                    <a:bodyPr/>
                    <a:lstStyle/>
                    <a:p>
                      <a:pPr marL="0" lvl="0" indent="0" algn="ctr" rtl="0">
                        <a:lnSpc>
                          <a:spcPct val="100000"/>
                        </a:lnSpc>
                        <a:spcBef>
                          <a:spcPts val="0"/>
                        </a:spcBef>
                        <a:spcAft>
                          <a:spcPts val="0"/>
                        </a:spcAft>
                        <a:buNone/>
                      </a:pPr>
                      <a:r>
                        <a:rPr lang="en-US" sz="1600">
                          <a:solidFill>
                            <a:srgbClr val="727279"/>
                          </a:solidFill>
                          <a:latin typeface="Noto Sans KR"/>
                          <a:ea typeface="Noto Sans KR"/>
                          <a:cs typeface="Noto Sans KR"/>
                          <a:sym typeface="Noto Sans KR"/>
                        </a:rPr>
                        <a:t>미등록</a:t>
                      </a:r>
                      <a:endParaRPr sz="1600">
                        <a:solidFill>
                          <a:srgbClr val="727279"/>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161619"/>
                    </a:solidFill>
                  </a:tcPr>
                </a:tc>
                <a:extLst>
                  <a:ext uri="{0D108BD9-81ED-4DB2-BD59-A6C34878D82A}">
                    <a16:rowId xmlns:a16="http://schemas.microsoft.com/office/drawing/2014/main" val="10002"/>
                  </a:ext>
                </a:extLst>
              </a:tr>
              <a:tr h="482600">
                <a:tc>
                  <a:txBody>
                    <a:bodyPr/>
                    <a:lstStyle/>
                    <a:p>
                      <a:pPr marL="0" lvl="0" indent="0" algn="ctr" rtl="0">
                        <a:lnSpc>
                          <a:spcPct val="100000"/>
                        </a:lnSpc>
                        <a:spcBef>
                          <a:spcPts val="0"/>
                        </a:spcBef>
                        <a:spcAft>
                          <a:spcPts val="0"/>
                        </a:spcAft>
                        <a:buNone/>
                      </a:pPr>
                      <a:r>
                        <a:rPr lang="en-US" sz="1600" b="1">
                          <a:solidFill>
                            <a:srgbClr val="F5F5F7"/>
                          </a:solidFill>
                          <a:latin typeface="Noto Sans KR"/>
                          <a:ea typeface="Noto Sans KR"/>
                          <a:cs typeface="Noto Sans KR"/>
                          <a:sym typeface="Noto Sans KR"/>
                        </a:rPr>
                        <a:t>빠른 예매</a:t>
                      </a:r>
                      <a:endParaRPr sz="1600" b="1">
                        <a:solidFill>
                          <a:srgbClr val="F5F5F7"/>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1A1A1D"/>
                    </a:solidFill>
                  </a:tcPr>
                </a:tc>
                <a:tc>
                  <a:txBody>
                    <a:bodyPr/>
                    <a:lstStyle/>
                    <a:p>
                      <a:pPr marL="0" lvl="0" indent="0" algn="ctr" rtl="0">
                        <a:lnSpc>
                          <a:spcPct val="100000"/>
                        </a:lnSpc>
                        <a:spcBef>
                          <a:spcPts val="0"/>
                        </a:spcBef>
                        <a:spcAft>
                          <a:spcPts val="0"/>
                        </a:spcAft>
                        <a:buNone/>
                      </a:pPr>
                      <a:r>
                        <a:rPr lang="en-US" sz="1600" b="1">
                          <a:solidFill>
                            <a:srgbClr val="F6C543"/>
                          </a:solidFill>
                          <a:latin typeface="Noto Sans KR"/>
                          <a:ea typeface="Noto Sans KR"/>
                          <a:cs typeface="Noto Sans KR"/>
                          <a:sym typeface="Noto Sans KR"/>
                        </a:rPr>
                        <a:t>대기</a:t>
                      </a:r>
                      <a:endParaRPr sz="1600" b="1">
                        <a:solidFill>
                          <a:srgbClr val="F6C543"/>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302A1A"/>
                    </a:solidFill>
                  </a:tcPr>
                </a:tc>
                <a:tc>
                  <a:txBody>
                    <a:bodyPr/>
                    <a:lstStyle/>
                    <a:p>
                      <a:pPr marL="0" lvl="0" indent="0" algn="ctr" rtl="0">
                        <a:lnSpc>
                          <a:spcPct val="100000"/>
                        </a:lnSpc>
                        <a:spcBef>
                          <a:spcPts val="0"/>
                        </a:spcBef>
                        <a:spcAft>
                          <a:spcPts val="0"/>
                        </a:spcAft>
                        <a:buNone/>
                      </a:pPr>
                      <a:r>
                        <a:rPr lang="en-US" sz="1600" b="1">
                          <a:solidFill>
                            <a:srgbClr val="F6C543"/>
                          </a:solidFill>
                          <a:latin typeface="Noto Sans KR"/>
                          <a:ea typeface="Noto Sans KR"/>
                          <a:cs typeface="Noto Sans KR"/>
                          <a:sym typeface="Noto Sans KR"/>
                        </a:rPr>
                        <a:t>대기</a:t>
                      </a:r>
                      <a:endParaRPr sz="1600" b="1">
                        <a:solidFill>
                          <a:srgbClr val="F6C543"/>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302A1A"/>
                    </a:solidFill>
                  </a:tcPr>
                </a:tc>
                <a:tc>
                  <a:txBody>
                    <a:bodyPr/>
                    <a:lstStyle/>
                    <a:p>
                      <a:pPr marL="0" lvl="0" indent="0" algn="ctr" rtl="0">
                        <a:lnSpc>
                          <a:spcPct val="100000"/>
                        </a:lnSpc>
                        <a:spcBef>
                          <a:spcPts val="0"/>
                        </a:spcBef>
                        <a:spcAft>
                          <a:spcPts val="0"/>
                        </a:spcAft>
                        <a:buNone/>
                      </a:pPr>
                      <a:r>
                        <a:rPr lang="en-US" sz="1600" b="1">
                          <a:solidFill>
                            <a:srgbClr val="111113"/>
                          </a:solidFill>
                          <a:latin typeface="Noto Sans KR"/>
                          <a:ea typeface="Noto Sans KR"/>
                          <a:cs typeface="Noto Sans KR"/>
                          <a:sym typeface="Noto Sans KR"/>
                        </a:rPr>
                        <a:t>선점</a:t>
                      </a:r>
                      <a:endParaRPr sz="1600" b="1">
                        <a:solidFill>
                          <a:srgbClr val="111113"/>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F6C543"/>
                    </a:solidFill>
                  </a:tcPr>
                </a:tc>
                <a:extLst>
                  <a:ext uri="{0D108BD9-81ED-4DB2-BD59-A6C34878D82A}">
                    <a16:rowId xmlns:a16="http://schemas.microsoft.com/office/drawing/2014/main" val="10003"/>
                  </a:ext>
                </a:extLst>
              </a:tr>
              <a:tr h="482600">
                <a:tc>
                  <a:txBody>
                    <a:bodyPr/>
                    <a:lstStyle/>
                    <a:p>
                      <a:pPr marL="0" lvl="0" indent="0" algn="ctr" rtl="0">
                        <a:lnSpc>
                          <a:spcPct val="100000"/>
                        </a:lnSpc>
                        <a:spcBef>
                          <a:spcPts val="0"/>
                        </a:spcBef>
                        <a:spcAft>
                          <a:spcPts val="0"/>
                        </a:spcAft>
                        <a:buNone/>
                      </a:pPr>
                      <a:r>
                        <a:rPr lang="en-US" sz="1600" b="1">
                          <a:solidFill>
                            <a:srgbClr val="F5F5F7"/>
                          </a:solidFill>
                          <a:latin typeface="Noto Sans KR"/>
                          <a:ea typeface="Noto Sans KR"/>
                          <a:cs typeface="Noto Sans KR"/>
                          <a:sym typeface="Noto Sans KR"/>
                        </a:rPr>
                        <a:t>모두 즉시 예매 불가</a:t>
                      </a:r>
                      <a:endParaRPr sz="1600" b="1">
                        <a:solidFill>
                          <a:srgbClr val="F5F5F7"/>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1A1A1D"/>
                    </a:solidFill>
                  </a:tcPr>
                </a:tc>
                <a:tc>
                  <a:txBody>
                    <a:bodyPr/>
                    <a:lstStyle/>
                    <a:p>
                      <a:pPr marL="0" lvl="0" indent="0" algn="ctr" rtl="0">
                        <a:lnSpc>
                          <a:spcPct val="100000"/>
                        </a:lnSpc>
                        <a:spcBef>
                          <a:spcPts val="0"/>
                        </a:spcBef>
                        <a:spcAft>
                          <a:spcPts val="0"/>
                        </a:spcAft>
                        <a:buNone/>
                      </a:pPr>
                      <a:r>
                        <a:rPr lang="en-US" sz="1600" b="1">
                          <a:solidFill>
                            <a:srgbClr val="F6C543"/>
                          </a:solidFill>
                          <a:latin typeface="Noto Sans KR"/>
                          <a:ea typeface="Noto Sans KR"/>
                          <a:cs typeface="Noto Sans KR"/>
                          <a:sym typeface="Noto Sans KR"/>
                        </a:rPr>
                        <a:t>대기</a:t>
                      </a:r>
                      <a:endParaRPr sz="1600" b="1">
                        <a:solidFill>
                          <a:srgbClr val="F6C543"/>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302A1A"/>
                    </a:solidFill>
                  </a:tcPr>
                </a:tc>
                <a:tc>
                  <a:txBody>
                    <a:bodyPr/>
                    <a:lstStyle/>
                    <a:p>
                      <a:pPr marL="0" lvl="0" indent="0" algn="ctr" rtl="0">
                        <a:lnSpc>
                          <a:spcPct val="100000"/>
                        </a:lnSpc>
                        <a:spcBef>
                          <a:spcPts val="0"/>
                        </a:spcBef>
                        <a:spcAft>
                          <a:spcPts val="0"/>
                        </a:spcAft>
                        <a:buNone/>
                      </a:pPr>
                      <a:r>
                        <a:rPr lang="en-US" sz="1600" b="1">
                          <a:solidFill>
                            <a:srgbClr val="F6C543"/>
                          </a:solidFill>
                          <a:latin typeface="Noto Sans KR"/>
                          <a:ea typeface="Noto Sans KR"/>
                          <a:cs typeface="Noto Sans KR"/>
                          <a:sym typeface="Noto Sans KR"/>
                        </a:rPr>
                        <a:t>대기</a:t>
                      </a:r>
                      <a:endParaRPr sz="1600" b="1">
                        <a:solidFill>
                          <a:srgbClr val="F6C543"/>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302A1A"/>
                    </a:solidFill>
                  </a:tcPr>
                </a:tc>
                <a:tc>
                  <a:txBody>
                    <a:bodyPr/>
                    <a:lstStyle/>
                    <a:p>
                      <a:pPr marL="0" lvl="0" indent="0" algn="ctr" rtl="0">
                        <a:lnSpc>
                          <a:spcPct val="100000"/>
                        </a:lnSpc>
                        <a:spcBef>
                          <a:spcPts val="0"/>
                        </a:spcBef>
                        <a:spcAft>
                          <a:spcPts val="0"/>
                        </a:spcAft>
                        <a:buNone/>
                      </a:pPr>
                      <a:r>
                        <a:rPr lang="en-US" sz="1600" b="1">
                          <a:solidFill>
                            <a:srgbClr val="F6C543"/>
                          </a:solidFill>
                          <a:latin typeface="Noto Sans KR"/>
                          <a:ea typeface="Noto Sans KR"/>
                          <a:cs typeface="Noto Sans KR"/>
                          <a:sym typeface="Noto Sans KR"/>
                        </a:rPr>
                        <a:t>대기</a:t>
                      </a:r>
                      <a:endParaRPr sz="1600" b="1">
                        <a:solidFill>
                          <a:srgbClr val="F6C543"/>
                        </a:solidFill>
                        <a:latin typeface="Noto Sans KR"/>
                        <a:ea typeface="Noto Sans KR"/>
                        <a:cs typeface="Noto Sans KR"/>
                        <a:sym typeface="Noto Sans KR"/>
                      </a:endParaRPr>
                    </a:p>
                  </a:txBody>
                  <a:tcPr marL="91425" marR="91425" marT="91425" marB="91425" anchor="ctr">
                    <a:lnL w="25400" cap="flat" cmpd="sng">
                      <a:solidFill>
                        <a:srgbClr val="0F0F11"/>
                      </a:solidFill>
                      <a:prstDash val="solid"/>
                      <a:round/>
                      <a:headEnd type="none" w="sm" len="sm"/>
                      <a:tailEnd type="none" w="sm" len="sm"/>
                    </a:lnL>
                    <a:lnR w="25400" cap="flat" cmpd="sng">
                      <a:solidFill>
                        <a:srgbClr val="0F0F11"/>
                      </a:solidFill>
                      <a:prstDash val="solid"/>
                      <a:round/>
                      <a:headEnd type="none" w="sm" len="sm"/>
                      <a:tailEnd type="none" w="sm" len="sm"/>
                    </a:lnR>
                    <a:lnT w="25400" cap="flat" cmpd="sng">
                      <a:solidFill>
                        <a:srgbClr val="0F0F11"/>
                      </a:solidFill>
                      <a:prstDash val="solid"/>
                      <a:round/>
                      <a:headEnd type="none" w="sm" len="sm"/>
                      <a:tailEnd type="none" w="sm" len="sm"/>
                    </a:lnT>
                    <a:lnB w="25400" cap="flat" cmpd="sng">
                      <a:solidFill>
                        <a:srgbClr val="0F0F11"/>
                      </a:solidFill>
                      <a:prstDash val="solid"/>
                      <a:round/>
                      <a:headEnd type="none" w="sm" len="sm"/>
                      <a:tailEnd type="none" w="sm" len="sm"/>
                    </a:lnB>
                    <a:solidFill>
                      <a:srgbClr val="302A1A"/>
                    </a:solidFill>
                  </a:tcPr>
                </a:tc>
                <a:extLst>
                  <a:ext uri="{0D108BD9-81ED-4DB2-BD59-A6C34878D82A}">
                    <a16:rowId xmlns:a16="http://schemas.microsoft.com/office/drawing/2014/main" val="10004"/>
                  </a:ext>
                </a:extLst>
              </a:tr>
            </a:tbl>
          </a:graphicData>
        </a:graphic>
      </p:graphicFrame>
      <p:pic>
        <p:nvPicPr>
          <p:cNvPr id="392" name="Google Shape;392;p17"/>
          <p:cNvPicPr preferRelativeResize="0"/>
          <p:nvPr/>
        </p:nvPicPr>
        <p:blipFill>
          <a:blip r:embed="rId3">
            <a:alphaModFix/>
          </a:blip>
          <a:stretch>
            <a:fillRect/>
          </a:stretch>
        </p:blipFill>
        <p:spPr>
          <a:xfrm>
            <a:off x="939800" y="3131820"/>
            <a:ext cx="3429000" cy="245078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F11"/>
        </a:solidFill>
        <a:effectLst/>
      </p:bgPr>
    </p:bg>
    <p:spTree>
      <p:nvGrpSpPr>
        <p:cNvPr id="1" name="Shape 397"/>
        <p:cNvGrpSpPr/>
        <p:nvPr/>
      </p:nvGrpSpPr>
      <p:grpSpPr>
        <a:xfrm>
          <a:off x="0" y="0"/>
          <a:ext cx="0" cy="0"/>
          <a:chOff x="0" y="0"/>
          <a:chExt cx="0" cy="0"/>
        </a:xfrm>
      </p:grpSpPr>
      <p:sp>
        <p:nvSpPr>
          <p:cNvPr id="398" name="Google Shape;398;p18"/>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399" name="Google Shape;399;p18"/>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b="1" spc="200">
                <a:solidFill>
                  <a:srgbClr val="F6C543"/>
                </a:solidFill>
                <a:latin typeface="Oswald"/>
                <a:ea typeface="Oswald"/>
                <a:cs typeface="Oswald"/>
                <a:sym typeface="Oswald"/>
              </a:rPr>
              <a:t>04 / 스마트 예매</a:t>
            </a:r>
            <a:endParaRPr sz="1400">
              <a:solidFill>
                <a:schemeClr val="lt1"/>
              </a:solidFill>
              <a:latin typeface="Noto Sans KR"/>
              <a:ea typeface="Noto Sans KR"/>
              <a:cs typeface="Noto Sans KR"/>
              <a:sym typeface="Noto Sans KR"/>
            </a:endParaRPr>
          </a:p>
        </p:txBody>
      </p:sp>
      <p:sp>
        <p:nvSpPr>
          <p:cNvPr id="400" name="Google Shape;400;p18"/>
          <p:cNvSpPr txBox="1">
            <a:spLocks noGrp="1"/>
          </p:cNvSpPr>
          <p:nvPr>
            <p:ph type="title"/>
          </p:nvPr>
        </p:nvSpPr>
        <p:spPr>
          <a:xfrm>
            <a:off x="812800" y="1150621"/>
            <a:ext cx="10883392" cy="49276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5F5F7"/>
              </a:buClr>
              <a:buSzPts val="3200"/>
              <a:buFont typeface="Noto Sans KR"/>
              <a:buNone/>
            </a:pPr>
            <a:r>
              <a:rPr lang="en-US" sz="3000" b="1"/>
              <a:t>좌석 상태 및 저장소 역할</a:t>
            </a:r>
            <a:endParaRPr sz="3000" b="1">
              <a:solidFill>
                <a:srgbClr val="F5F5F7"/>
              </a:solidFill>
            </a:endParaRPr>
          </a:p>
        </p:txBody>
      </p:sp>
      <p:sp>
        <p:nvSpPr>
          <p:cNvPr id="401" name="Google Shape;401;p18"/>
          <p:cNvSpPr/>
          <p:nvPr/>
        </p:nvSpPr>
        <p:spPr>
          <a:xfrm>
            <a:off x="1549400" y="1892300"/>
            <a:ext cx="2286000" cy="1269900"/>
          </a:xfrm>
          <a:prstGeom prst="roundRect">
            <a:avLst>
              <a:gd name="adj" fmla="val 6400"/>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402" name="Google Shape;402;p18"/>
          <p:cNvSpPr/>
          <p:nvPr/>
        </p:nvSpPr>
        <p:spPr>
          <a:xfrm>
            <a:off x="4953000" y="1892300"/>
            <a:ext cx="2286000" cy="1269900"/>
          </a:xfrm>
          <a:prstGeom prst="roundRect">
            <a:avLst>
              <a:gd name="adj" fmla="val 7346"/>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403" name="Google Shape;403;p18"/>
          <p:cNvSpPr/>
          <p:nvPr/>
        </p:nvSpPr>
        <p:spPr>
          <a:xfrm>
            <a:off x="8356600" y="1892300"/>
            <a:ext cx="2286000" cy="1269900"/>
          </a:xfrm>
          <a:prstGeom prst="roundRect">
            <a:avLst>
              <a:gd name="adj" fmla="val 7346"/>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404" name="Google Shape;404;p18"/>
          <p:cNvSpPr/>
          <p:nvPr/>
        </p:nvSpPr>
        <p:spPr>
          <a:xfrm>
            <a:off x="1854725" y="4135225"/>
            <a:ext cx="4140300" cy="1447800"/>
          </a:xfrm>
          <a:prstGeom prst="roundRect">
            <a:avLst>
              <a:gd name="adj" fmla="val 8777"/>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405" name="Google Shape;405;p18"/>
          <p:cNvSpPr/>
          <p:nvPr/>
        </p:nvSpPr>
        <p:spPr>
          <a:xfrm>
            <a:off x="6432300" y="4135175"/>
            <a:ext cx="4140300" cy="1447800"/>
          </a:xfrm>
          <a:prstGeom prst="roundRect">
            <a:avLst>
              <a:gd name="adj" fmla="val 8777"/>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406" name="Google Shape;406;p18"/>
          <p:cNvSpPr/>
          <p:nvPr/>
        </p:nvSpPr>
        <p:spPr>
          <a:xfrm>
            <a:off x="812800" y="6238242"/>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407" name="Google Shape;407;p18"/>
          <p:cNvSpPr/>
          <p:nvPr/>
        </p:nvSpPr>
        <p:spPr>
          <a:xfrm>
            <a:off x="10058400" y="6238242"/>
            <a:ext cx="13209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12</a:t>
            </a:r>
            <a:endParaRPr sz="1200">
              <a:solidFill>
                <a:schemeClr val="lt1"/>
              </a:solidFill>
              <a:latin typeface="Noto Sans KR"/>
              <a:ea typeface="Noto Sans KR"/>
              <a:cs typeface="Noto Sans KR"/>
              <a:sym typeface="Noto Sans KR"/>
            </a:endParaRPr>
          </a:p>
        </p:txBody>
      </p:sp>
      <p:sp>
        <p:nvSpPr>
          <p:cNvPr id="408" name="Google Shape;408;p18"/>
          <p:cNvSpPr/>
          <p:nvPr/>
        </p:nvSpPr>
        <p:spPr>
          <a:xfrm>
            <a:off x="6089650" y="4432300"/>
            <a:ext cx="12600" cy="1257300"/>
          </a:xfrm>
          <a:prstGeom prst="rect">
            <a:avLst/>
          </a:prstGeom>
          <a:solidFill>
            <a:srgbClr val="2A2A2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09" name="Google Shape;409;p18"/>
          <p:cNvSpPr/>
          <p:nvPr/>
        </p:nvSpPr>
        <p:spPr>
          <a:xfrm>
            <a:off x="6959600" y="4406900"/>
            <a:ext cx="444600" cy="533400"/>
          </a:xfrm>
          <a:prstGeom prst="can">
            <a:avLst>
              <a:gd name="adj" fmla="val 25000"/>
            </a:avLst>
          </a:prstGeom>
          <a:solidFill>
            <a:srgbClr val="66666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10" name="Google Shape;410;p18"/>
          <p:cNvSpPr txBox="1"/>
          <p:nvPr/>
        </p:nvSpPr>
        <p:spPr>
          <a:xfrm>
            <a:off x="7594600" y="4381500"/>
            <a:ext cx="2667000" cy="457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2600" b="1">
                <a:solidFill>
                  <a:srgbClr val="F5F5F7"/>
                </a:solidFill>
                <a:latin typeface="Noto Sans KR"/>
                <a:ea typeface="Noto Sans KR"/>
                <a:cs typeface="Noto Sans KR"/>
                <a:sym typeface="Noto Sans KR"/>
              </a:rPr>
              <a:t>MySQL</a:t>
            </a:r>
            <a:endParaRPr sz="2600" b="1">
              <a:solidFill>
                <a:srgbClr val="F5F5F7"/>
              </a:solidFill>
              <a:latin typeface="Noto Sans KR"/>
              <a:ea typeface="Noto Sans KR"/>
              <a:cs typeface="Noto Sans KR"/>
              <a:sym typeface="Noto Sans KR"/>
            </a:endParaRPr>
          </a:p>
        </p:txBody>
      </p:sp>
      <p:sp>
        <p:nvSpPr>
          <p:cNvPr id="411" name="Google Shape;411;p18"/>
          <p:cNvSpPr txBox="1"/>
          <p:nvPr/>
        </p:nvSpPr>
        <p:spPr>
          <a:xfrm>
            <a:off x="7594600" y="4838700"/>
            <a:ext cx="3048000" cy="30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1600" b="1">
                <a:solidFill>
                  <a:srgbClr val="F6C543"/>
                </a:solidFill>
                <a:latin typeface="Noto Sans KR"/>
                <a:ea typeface="Noto Sans KR"/>
                <a:cs typeface="Noto Sans KR"/>
                <a:sym typeface="Noto Sans KR"/>
              </a:rPr>
              <a:t>최종 상태 및 트랜잭션</a:t>
            </a:r>
            <a:endParaRPr sz="1600" b="1">
              <a:solidFill>
                <a:srgbClr val="F6C543"/>
              </a:solidFill>
              <a:latin typeface="Noto Sans KR"/>
              <a:ea typeface="Noto Sans KR"/>
              <a:cs typeface="Noto Sans KR"/>
              <a:sym typeface="Noto Sans KR"/>
            </a:endParaRPr>
          </a:p>
        </p:txBody>
      </p:sp>
      <p:sp>
        <p:nvSpPr>
          <p:cNvPr id="412" name="Google Shape;412;p18"/>
          <p:cNvSpPr txBox="1"/>
          <p:nvPr/>
        </p:nvSpPr>
        <p:spPr>
          <a:xfrm>
            <a:off x="7594600" y="5257800"/>
            <a:ext cx="3048000" cy="584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a:solidFill>
                  <a:srgbClr val="B8B8BE"/>
                </a:solidFill>
                <a:latin typeface="Noto Sans KR"/>
                <a:ea typeface="Noto Sans KR"/>
                <a:cs typeface="Noto Sans KR"/>
                <a:sym typeface="Noto Sans KR"/>
              </a:rPr>
              <a:t>좌석, 예약, 결제 저장</a:t>
            </a:r>
            <a:endParaRPr>
              <a:solidFill>
                <a:srgbClr val="B8B8BE"/>
              </a:solidFill>
              <a:latin typeface="Noto Sans KR"/>
              <a:ea typeface="Noto Sans KR"/>
              <a:cs typeface="Noto Sans KR"/>
              <a:sym typeface="Noto Sans KR"/>
            </a:endParaRPr>
          </a:p>
          <a:p>
            <a:pPr marL="0" lvl="0" indent="0" algn="l" rtl="0">
              <a:lnSpc>
                <a:spcPct val="100000"/>
              </a:lnSpc>
              <a:spcBef>
                <a:spcPts val="0"/>
              </a:spcBef>
              <a:spcAft>
                <a:spcPts val="0"/>
              </a:spcAft>
              <a:buNone/>
            </a:pPr>
            <a:r>
              <a:rPr lang="en-US">
                <a:solidFill>
                  <a:srgbClr val="B8B8BE"/>
                </a:solidFill>
                <a:latin typeface="Noto Sans KR"/>
                <a:ea typeface="Noto Sans KR"/>
                <a:cs typeface="Noto Sans KR"/>
                <a:sym typeface="Noto Sans KR"/>
              </a:rPr>
              <a:t>잠금 후 재검증</a:t>
            </a:r>
            <a:endParaRPr>
              <a:solidFill>
                <a:srgbClr val="B8B8BE"/>
              </a:solidFill>
              <a:latin typeface="Noto Sans KR"/>
              <a:ea typeface="Noto Sans KR"/>
              <a:cs typeface="Noto Sans KR"/>
              <a:sym typeface="Noto Sans KR"/>
            </a:endParaRPr>
          </a:p>
        </p:txBody>
      </p:sp>
      <p:sp>
        <p:nvSpPr>
          <p:cNvPr id="413" name="Google Shape;413;p18"/>
          <p:cNvSpPr/>
          <p:nvPr/>
        </p:nvSpPr>
        <p:spPr>
          <a:xfrm>
            <a:off x="2019300" y="4457700"/>
            <a:ext cx="482700" cy="76200"/>
          </a:xfrm>
          <a:prstGeom prst="roundRect">
            <a:avLst>
              <a:gd name="adj" fmla="val 16667"/>
            </a:avLst>
          </a:prstGeom>
          <a:solidFill>
            <a:srgbClr val="F6C5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14" name="Google Shape;414;p18"/>
          <p:cNvSpPr/>
          <p:nvPr/>
        </p:nvSpPr>
        <p:spPr>
          <a:xfrm>
            <a:off x="2044700" y="4584700"/>
            <a:ext cx="482700" cy="76200"/>
          </a:xfrm>
          <a:prstGeom prst="roundRect">
            <a:avLst>
              <a:gd name="adj" fmla="val 16667"/>
            </a:avLst>
          </a:prstGeom>
          <a:solidFill>
            <a:srgbClr val="66666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15" name="Google Shape;415;p18"/>
          <p:cNvSpPr/>
          <p:nvPr/>
        </p:nvSpPr>
        <p:spPr>
          <a:xfrm>
            <a:off x="2070100" y="4711700"/>
            <a:ext cx="482700" cy="76200"/>
          </a:xfrm>
          <a:prstGeom prst="roundRect">
            <a:avLst>
              <a:gd name="adj" fmla="val 16667"/>
            </a:avLst>
          </a:prstGeom>
          <a:solidFill>
            <a:srgbClr val="66666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16" name="Google Shape;416;p18"/>
          <p:cNvSpPr txBox="1"/>
          <p:nvPr/>
        </p:nvSpPr>
        <p:spPr>
          <a:xfrm>
            <a:off x="2705100" y="4381500"/>
            <a:ext cx="3048000" cy="457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2600" b="1">
                <a:solidFill>
                  <a:srgbClr val="F5F5F7"/>
                </a:solidFill>
                <a:latin typeface="Noto Sans KR"/>
                <a:ea typeface="Noto Sans KR"/>
                <a:cs typeface="Noto Sans KR"/>
                <a:sym typeface="Noto Sans KR"/>
              </a:rPr>
              <a:t>Redis</a:t>
            </a:r>
            <a:endParaRPr sz="2600" b="1">
              <a:solidFill>
                <a:srgbClr val="F5F5F7"/>
              </a:solidFill>
              <a:latin typeface="Noto Sans KR"/>
              <a:ea typeface="Noto Sans KR"/>
              <a:cs typeface="Noto Sans KR"/>
              <a:sym typeface="Noto Sans KR"/>
            </a:endParaRPr>
          </a:p>
        </p:txBody>
      </p:sp>
      <p:sp>
        <p:nvSpPr>
          <p:cNvPr id="417" name="Google Shape;417;p18"/>
          <p:cNvSpPr txBox="1"/>
          <p:nvPr/>
        </p:nvSpPr>
        <p:spPr>
          <a:xfrm>
            <a:off x="2705100" y="4838700"/>
            <a:ext cx="3048000" cy="30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sz="1600" b="1">
                <a:solidFill>
                  <a:srgbClr val="F6C543"/>
                </a:solidFill>
                <a:latin typeface="Noto Sans KR"/>
                <a:ea typeface="Noto Sans KR"/>
                <a:cs typeface="Noto Sans KR"/>
                <a:sym typeface="Noto Sans KR"/>
              </a:rPr>
              <a:t>반복 조회 및 실행 제어</a:t>
            </a:r>
            <a:endParaRPr sz="1600" b="1">
              <a:solidFill>
                <a:srgbClr val="F6C543"/>
              </a:solidFill>
              <a:latin typeface="Noto Sans KR"/>
              <a:ea typeface="Noto Sans KR"/>
              <a:cs typeface="Noto Sans KR"/>
              <a:sym typeface="Noto Sans KR"/>
            </a:endParaRPr>
          </a:p>
        </p:txBody>
      </p:sp>
      <p:sp>
        <p:nvSpPr>
          <p:cNvPr id="418" name="Google Shape;418;p18"/>
          <p:cNvSpPr txBox="1"/>
          <p:nvPr/>
        </p:nvSpPr>
        <p:spPr>
          <a:xfrm>
            <a:off x="2705100" y="5257800"/>
            <a:ext cx="3352800" cy="584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US">
                <a:solidFill>
                  <a:srgbClr val="B8B8BE"/>
                </a:solidFill>
                <a:latin typeface="Noto Sans KR"/>
                <a:ea typeface="Noto Sans KR"/>
                <a:cs typeface="Noto Sans KR"/>
                <a:sym typeface="Noto Sans KR"/>
              </a:rPr>
              <a:t>후보 캐시, 대기순번, 입장 제어</a:t>
            </a:r>
            <a:endParaRPr>
              <a:solidFill>
                <a:srgbClr val="B8B8BE"/>
              </a:solidFill>
              <a:latin typeface="Noto Sans KR"/>
              <a:ea typeface="Noto Sans KR"/>
              <a:cs typeface="Noto Sans KR"/>
              <a:sym typeface="Noto Sans KR"/>
            </a:endParaRPr>
          </a:p>
          <a:p>
            <a:pPr marL="0" lvl="0" indent="0" algn="l" rtl="0">
              <a:lnSpc>
                <a:spcPct val="100000"/>
              </a:lnSpc>
              <a:spcBef>
                <a:spcPts val="0"/>
              </a:spcBef>
              <a:spcAft>
                <a:spcPts val="0"/>
              </a:spcAft>
              <a:buNone/>
            </a:pPr>
            <a:r>
              <a:rPr lang="en-US">
                <a:solidFill>
                  <a:srgbClr val="B8B8BE"/>
                </a:solidFill>
                <a:latin typeface="Noto Sans KR"/>
                <a:ea typeface="Noto Sans KR"/>
                <a:cs typeface="Noto Sans KR"/>
                <a:sym typeface="Noto Sans KR"/>
              </a:rPr>
              <a:t>중복 배정 실행 완화</a:t>
            </a:r>
            <a:endParaRPr>
              <a:solidFill>
                <a:srgbClr val="B8B8BE"/>
              </a:solidFill>
              <a:latin typeface="Noto Sans KR"/>
              <a:ea typeface="Noto Sans KR"/>
              <a:cs typeface="Noto Sans KR"/>
              <a:sym typeface="Noto Sans KR"/>
            </a:endParaRPr>
          </a:p>
        </p:txBody>
      </p:sp>
      <p:sp>
        <p:nvSpPr>
          <p:cNvPr id="419" name="Google Shape;419;p18"/>
          <p:cNvSpPr/>
          <p:nvPr/>
        </p:nvSpPr>
        <p:spPr>
          <a:xfrm>
            <a:off x="1524000" y="1943100"/>
            <a:ext cx="2260500" cy="1117500"/>
          </a:xfrm>
          <a:prstGeom prst="roundRect">
            <a:avLst>
              <a:gd name="adj" fmla="val 16667"/>
            </a:avLst>
          </a:prstGeom>
          <a:solidFill>
            <a:srgbClr val="161619"/>
          </a:solidFill>
          <a:ln w="15250" cap="flat" cmpd="sng">
            <a:solidFill>
              <a:srgbClr val="3838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20" name="Google Shape;420;p18"/>
          <p:cNvSpPr/>
          <p:nvPr/>
        </p:nvSpPr>
        <p:spPr>
          <a:xfrm>
            <a:off x="4965700" y="1943100"/>
            <a:ext cx="2260500" cy="1117500"/>
          </a:xfrm>
          <a:prstGeom prst="roundRect">
            <a:avLst>
              <a:gd name="adj" fmla="val 16667"/>
            </a:avLst>
          </a:prstGeom>
          <a:solidFill>
            <a:srgbClr val="252115"/>
          </a:solidFill>
          <a:ln w="15250" cap="flat" cmpd="sng">
            <a:solidFill>
              <a:srgbClr val="F6C5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21" name="Google Shape;421;p18"/>
          <p:cNvSpPr/>
          <p:nvPr/>
        </p:nvSpPr>
        <p:spPr>
          <a:xfrm>
            <a:off x="8407400" y="1943100"/>
            <a:ext cx="2260500" cy="1117500"/>
          </a:xfrm>
          <a:prstGeom prst="roundRect">
            <a:avLst>
              <a:gd name="adj" fmla="val 16667"/>
            </a:avLst>
          </a:prstGeom>
          <a:solidFill>
            <a:srgbClr val="161619"/>
          </a:solidFill>
          <a:ln w="15250" cap="flat" cmpd="sng">
            <a:solidFill>
              <a:srgbClr val="38383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22" name="Google Shape;422;p18"/>
          <p:cNvSpPr/>
          <p:nvPr/>
        </p:nvSpPr>
        <p:spPr>
          <a:xfrm>
            <a:off x="1765300" y="2209800"/>
            <a:ext cx="304800" cy="279300"/>
          </a:xfrm>
          <a:prstGeom prst="roundRect">
            <a:avLst>
              <a:gd name="adj" fmla="val 16667"/>
            </a:avLst>
          </a:prstGeom>
          <a:noFill/>
          <a:ln w="15250" cap="flat" cmpd="sng">
            <a:solidFill>
              <a:srgbClr val="A0A0A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23" name="Google Shape;423;p18"/>
          <p:cNvSpPr/>
          <p:nvPr/>
        </p:nvSpPr>
        <p:spPr>
          <a:xfrm>
            <a:off x="1714500" y="2463800"/>
            <a:ext cx="406500" cy="88800"/>
          </a:xfrm>
          <a:prstGeom prst="roundRect">
            <a:avLst>
              <a:gd name="adj" fmla="val 16667"/>
            </a:avLst>
          </a:prstGeom>
          <a:noFill/>
          <a:ln w="15250" cap="flat" cmpd="sng">
            <a:solidFill>
              <a:srgbClr val="A0A0A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cxnSp>
        <p:nvCxnSpPr>
          <p:cNvPr id="424" name="Google Shape;424;p18"/>
          <p:cNvCxnSpPr/>
          <p:nvPr/>
        </p:nvCxnSpPr>
        <p:spPr>
          <a:xfrm>
            <a:off x="1778000" y="2565400"/>
            <a:ext cx="12600" cy="88800"/>
          </a:xfrm>
          <a:prstGeom prst="straightConnector1">
            <a:avLst/>
          </a:prstGeom>
          <a:noFill/>
          <a:ln w="17775" cap="flat" cmpd="sng">
            <a:solidFill>
              <a:srgbClr val="A0A0AA"/>
            </a:solidFill>
            <a:prstDash val="solid"/>
            <a:round/>
            <a:headEnd type="none" w="med" len="med"/>
            <a:tailEnd type="none" w="med" len="med"/>
          </a:ln>
        </p:spPr>
      </p:cxnSp>
      <p:cxnSp>
        <p:nvCxnSpPr>
          <p:cNvPr id="425" name="Google Shape;425;p18"/>
          <p:cNvCxnSpPr/>
          <p:nvPr/>
        </p:nvCxnSpPr>
        <p:spPr>
          <a:xfrm>
            <a:off x="2070100" y="2565400"/>
            <a:ext cx="12600" cy="88800"/>
          </a:xfrm>
          <a:prstGeom prst="straightConnector1">
            <a:avLst/>
          </a:prstGeom>
          <a:noFill/>
          <a:ln w="17775" cap="flat" cmpd="sng">
            <a:solidFill>
              <a:srgbClr val="A0A0AA"/>
            </a:solidFill>
            <a:prstDash val="solid"/>
            <a:round/>
            <a:headEnd type="none" w="med" len="med"/>
            <a:tailEnd type="none" w="med" len="med"/>
          </a:ln>
        </p:spPr>
      </p:cxnSp>
      <p:sp>
        <p:nvSpPr>
          <p:cNvPr id="426" name="Google Shape;426;p18"/>
          <p:cNvSpPr/>
          <p:nvPr/>
        </p:nvSpPr>
        <p:spPr>
          <a:xfrm>
            <a:off x="5181600" y="2184400"/>
            <a:ext cx="482700" cy="482700"/>
          </a:xfrm>
          <a:prstGeom prst="ellipse">
            <a:avLst/>
          </a:prstGeom>
          <a:noFill/>
          <a:ln w="15250" cap="flat" cmpd="sng">
            <a:solidFill>
              <a:srgbClr val="F6C5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cxnSp>
        <p:nvCxnSpPr>
          <p:cNvPr id="427" name="Google Shape;427;p18"/>
          <p:cNvCxnSpPr/>
          <p:nvPr/>
        </p:nvCxnSpPr>
        <p:spPr>
          <a:xfrm rot="10800000" flipH="1">
            <a:off x="5422900" y="2285900"/>
            <a:ext cx="12600" cy="139800"/>
          </a:xfrm>
          <a:prstGeom prst="straightConnector1">
            <a:avLst/>
          </a:prstGeom>
          <a:noFill/>
          <a:ln w="17775" cap="flat" cmpd="sng">
            <a:solidFill>
              <a:srgbClr val="F6C543"/>
            </a:solidFill>
            <a:prstDash val="solid"/>
            <a:round/>
            <a:headEnd type="none" w="med" len="med"/>
            <a:tailEnd type="none" w="med" len="med"/>
          </a:ln>
        </p:spPr>
      </p:cxnSp>
      <p:cxnSp>
        <p:nvCxnSpPr>
          <p:cNvPr id="428" name="Google Shape;428;p18"/>
          <p:cNvCxnSpPr/>
          <p:nvPr/>
        </p:nvCxnSpPr>
        <p:spPr>
          <a:xfrm>
            <a:off x="5422900" y="2425700"/>
            <a:ext cx="114300" cy="63600"/>
          </a:xfrm>
          <a:prstGeom prst="straightConnector1">
            <a:avLst/>
          </a:prstGeom>
          <a:noFill/>
          <a:ln w="17775" cap="flat" cmpd="sng">
            <a:solidFill>
              <a:srgbClr val="F6C543"/>
            </a:solidFill>
            <a:prstDash val="solid"/>
            <a:round/>
            <a:headEnd type="none" w="med" len="med"/>
            <a:tailEnd type="none" w="med" len="med"/>
          </a:ln>
        </p:spPr>
      </p:cxnSp>
      <p:sp>
        <p:nvSpPr>
          <p:cNvPr id="429" name="Google Shape;429;p18"/>
          <p:cNvSpPr/>
          <p:nvPr/>
        </p:nvSpPr>
        <p:spPr>
          <a:xfrm>
            <a:off x="8623300" y="2184400"/>
            <a:ext cx="482700" cy="482700"/>
          </a:xfrm>
          <a:prstGeom prst="ellipse">
            <a:avLst/>
          </a:prstGeom>
          <a:noFill/>
          <a:ln w="15250" cap="flat" cmpd="sng">
            <a:solidFill>
              <a:srgbClr val="F5F5F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cxnSp>
        <p:nvCxnSpPr>
          <p:cNvPr id="430" name="Google Shape;430;p18"/>
          <p:cNvCxnSpPr/>
          <p:nvPr/>
        </p:nvCxnSpPr>
        <p:spPr>
          <a:xfrm>
            <a:off x="8750300" y="2425700"/>
            <a:ext cx="88800" cy="88800"/>
          </a:xfrm>
          <a:prstGeom prst="straightConnector1">
            <a:avLst/>
          </a:prstGeom>
          <a:noFill/>
          <a:ln w="17775" cap="flat" cmpd="sng">
            <a:solidFill>
              <a:srgbClr val="F5F5F7"/>
            </a:solidFill>
            <a:prstDash val="solid"/>
            <a:round/>
            <a:headEnd type="none" w="med" len="med"/>
            <a:tailEnd type="none" w="med" len="med"/>
          </a:ln>
        </p:spPr>
      </p:cxnSp>
      <p:cxnSp>
        <p:nvCxnSpPr>
          <p:cNvPr id="431" name="Google Shape;431;p18"/>
          <p:cNvCxnSpPr/>
          <p:nvPr/>
        </p:nvCxnSpPr>
        <p:spPr>
          <a:xfrm rot="10800000" flipH="1">
            <a:off x="8839200" y="2324100"/>
            <a:ext cx="152400" cy="190500"/>
          </a:xfrm>
          <a:prstGeom prst="straightConnector1">
            <a:avLst/>
          </a:prstGeom>
          <a:noFill/>
          <a:ln w="17775" cap="flat" cmpd="sng">
            <a:solidFill>
              <a:srgbClr val="F5F5F7"/>
            </a:solidFill>
            <a:prstDash val="solid"/>
            <a:round/>
            <a:headEnd type="none" w="med" len="med"/>
            <a:tailEnd type="none" w="med" len="med"/>
          </a:ln>
        </p:spPr>
      </p:cxnSp>
      <p:sp>
        <p:nvSpPr>
          <p:cNvPr id="432" name="Google Shape;432;p18"/>
          <p:cNvSpPr txBox="1"/>
          <p:nvPr/>
        </p:nvSpPr>
        <p:spPr>
          <a:xfrm>
            <a:off x="2197100" y="2159000"/>
            <a:ext cx="1511400" cy="355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2000" b="1">
                <a:solidFill>
                  <a:srgbClr val="F5F5F7"/>
                </a:solidFill>
                <a:latin typeface="Noto Sans KR"/>
                <a:ea typeface="Noto Sans KR"/>
                <a:cs typeface="Noto Sans KR"/>
                <a:sym typeface="Noto Sans KR"/>
              </a:rPr>
              <a:t>예매 가능</a:t>
            </a:r>
            <a:endParaRPr sz="2000" b="1">
              <a:solidFill>
                <a:srgbClr val="F5F5F7"/>
              </a:solidFill>
              <a:latin typeface="Noto Sans KR"/>
              <a:ea typeface="Noto Sans KR"/>
              <a:cs typeface="Noto Sans KR"/>
              <a:sym typeface="Noto Sans KR"/>
            </a:endParaRPr>
          </a:p>
        </p:txBody>
      </p:sp>
      <p:sp>
        <p:nvSpPr>
          <p:cNvPr id="433" name="Google Shape;433;p18"/>
          <p:cNvSpPr txBox="1"/>
          <p:nvPr/>
        </p:nvSpPr>
        <p:spPr>
          <a:xfrm>
            <a:off x="2197100" y="2565400"/>
            <a:ext cx="1511400" cy="279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300">
                <a:solidFill>
                  <a:srgbClr val="A0A0AA"/>
                </a:solidFill>
                <a:latin typeface="Noto Sans KR"/>
                <a:ea typeface="Noto Sans KR"/>
                <a:cs typeface="Noto Sans KR"/>
                <a:sym typeface="Noto Sans KR"/>
              </a:rPr>
              <a:t>빈 좌석</a:t>
            </a:r>
            <a:endParaRPr sz="1300">
              <a:solidFill>
                <a:srgbClr val="A0A0AA"/>
              </a:solidFill>
              <a:latin typeface="Noto Sans KR"/>
              <a:ea typeface="Noto Sans KR"/>
              <a:cs typeface="Noto Sans KR"/>
              <a:sym typeface="Noto Sans KR"/>
            </a:endParaRPr>
          </a:p>
        </p:txBody>
      </p:sp>
      <p:sp>
        <p:nvSpPr>
          <p:cNvPr id="434" name="Google Shape;434;p18"/>
          <p:cNvSpPr txBox="1"/>
          <p:nvPr/>
        </p:nvSpPr>
        <p:spPr>
          <a:xfrm>
            <a:off x="5740400" y="2159000"/>
            <a:ext cx="1384200" cy="355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2000" b="1">
                <a:solidFill>
                  <a:srgbClr val="F6C543"/>
                </a:solidFill>
                <a:latin typeface="Noto Sans KR"/>
                <a:ea typeface="Noto Sans KR"/>
                <a:cs typeface="Noto Sans KR"/>
                <a:sym typeface="Noto Sans KR"/>
              </a:rPr>
              <a:t>선점 중</a:t>
            </a:r>
            <a:endParaRPr sz="2000" b="1">
              <a:solidFill>
                <a:srgbClr val="F6C543"/>
              </a:solidFill>
              <a:latin typeface="Noto Sans KR"/>
              <a:ea typeface="Noto Sans KR"/>
              <a:cs typeface="Noto Sans KR"/>
              <a:sym typeface="Noto Sans KR"/>
            </a:endParaRPr>
          </a:p>
        </p:txBody>
      </p:sp>
      <p:sp>
        <p:nvSpPr>
          <p:cNvPr id="435" name="Google Shape;435;p18"/>
          <p:cNvSpPr txBox="1"/>
          <p:nvPr/>
        </p:nvSpPr>
        <p:spPr>
          <a:xfrm>
            <a:off x="5727700" y="2565400"/>
            <a:ext cx="1422300" cy="279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300">
                <a:solidFill>
                  <a:srgbClr val="F6C543"/>
                </a:solidFill>
                <a:latin typeface="Noto Sans KR"/>
                <a:ea typeface="Noto Sans KR"/>
                <a:cs typeface="Noto Sans KR"/>
                <a:sym typeface="Noto Sans KR"/>
              </a:rPr>
              <a:t>5분 내 결제</a:t>
            </a:r>
            <a:endParaRPr sz="1300">
              <a:solidFill>
                <a:srgbClr val="F6C543"/>
              </a:solidFill>
              <a:latin typeface="Noto Sans KR"/>
              <a:ea typeface="Noto Sans KR"/>
              <a:cs typeface="Noto Sans KR"/>
              <a:sym typeface="Noto Sans KR"/>
            </a:endParaRPr>
          </a:p>
        </p:txBody>
      </p:sp>
      <p:sp>
        <p:nvSpPr>
          <p:cNvPr id="436" name="Google Shape;436;p18"/>
          <p:cNvSpPr txBox="1"/>
          <p:nvPr/>
        </p:nvSpPr>
        <p:spPr>
          <a:xfrm>
            <a:off x="9182100" y="2159000"/>
            <a:ext cx="1422300" cy="355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2000" b="1">
                <a:solidFill>
                  <a:srgbClr val="F5F5F7"/>
                </a:solidFill>
                <a:latin typeface="Noto Sans KR"/>
                <a:ea typeface="Noto Sans KR"/>
                <a:cs typeface="Noto Sans KR"/>
                <a:sym typeface="Noto Sans KR"/>
              </a:rPr>
              <a:t>예매 확정</a:t>
            </a:r>
            <a:endParaRPr sz="2000" b="1">
              <a:solidFill>
                <a:srgbClr val="F5F5F7"/>
              </a:solidFill>
              <a:latin typeface="Noto Sans KR"/>
              <a:ea typeface="Noto Sans KR"/>
              <a:cs typeface="Noto Sans KR"/>
              <a:sym typeface="Noto Sans KR"/>
            </a:endParaRPr>
          </a:p>
        </p:txBody>
      </p:sp>
      <p:sp>
        <p:nvSpPr>
          <p:cNvPr id="437" name="Google Shape;437;p18"/>
          <p:cNvSpPr txBox="1"/>
          <p:nvPr/>
        </p:nvSpPr>
        <p:spPr>
          <a:xfrm>
            <a:off x="9182100" y="2565400"/>
            <a:ext cx="1422300" cy="279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300">
                <a:solidFill>
                  <a:srgbClr val="A0A0AA"/>
                </a:solidFill>
                <a:latin typeface="Noto Sans KR"/>
                <a:ea typeface="Noto Sans KR"/>
                <a:cs typeface="Noto Sans KR"/>
                <a:sym typeface="Noto Sans KR"/>
              </a:rPr>
              <a:t>결제 완료</a:t>
            </a:r>
            <a:endParaRPr sz="1300">
              <a:solidFill>
                <a:srgbClr val="A0A0AA"/>
              </a:solidFill>
              <a:latin typeface="Noto Sans KR"/>
              <a:ea typeface="Noto Sans KR"/>
              <a:cs typeface="Noto Sans KR"/>
              <a:sym typeface="Noto Sans KR"/>
            </a:endParaRPr>
          </a:p>
        </p:txBody>
      </p:sp>
      <p:cxnSp>
        <p:nvCxnSpPr>
          <p:cNvPr id="438" name="Google Shape;438;p18"/>
          <p:cNvCxnSpPr/>
          <p:nvPr/>
        </p:nvCxnSpPr>
        <p:spPr>
          <a:xfrm>
            <a:off x="3937000" y="2463800"/>
            <a:ext cx="850800" cy="12600"/>
          </a:xfrm>
          <a:prstGeom prst="straightConnector1">
            <a:avLst/>
          </a:prstGeom>
          <a:noFill/>
          <a:ln w="17775" cap="flat" cmpd="sng">
            <a:solidFill>
              <a:srgbClr val="F6C543"/>
            </a:solidFill>
            <a:prstDash val="solid"/>
            <a:round/>
            <a:headEnd type="none" w="med" len="med"/>
            <a:tailEnd type="triangle" w="med" len="med"/>
          </a:ln>
        </p:spPr>
      </p:cxnSp>
      <p:cxnSp>
        <p:nvCxnSpPr>
          <p:cNvPr id="439" name="Google Shape;439;p18"/>
          <p:cNvCxnSpPr/>
          <p:nvPr/>
        </p:nvCxnSpPr>
        <p:spPr>
          <a:xfrm>
            <a:off x="7378700" y="2463800"/>
            <a:ext cx="850800" cy="12600"/>
          </a:xfrm>
          <a:prstGeom prst="straightConnector1">
            <a:avLst/>
          </a:prstGeom>
          <a:noFill/>
          <a:ln w="17775" cap="flat" cmpd="sng">
            <a:solidFill>
              <a:srgbClr val="F6C543"/>
            </a:solidFill>
            <a:prstDash val="solid"/>
            <a:round/>
            <a:headEnd type="none" w="med" len="med"/>
            <a:tailEnd type="triangle" w="med" len="med"/>
          </a:ln>
        </p:spPr>
      </p:cxnSp>
      <p:sp>
        <p:nvSpPr>
          <p:cNvPr id="440" name="Google Shape;440;p18"/>
          <p:cNvSpPr txBox="1"/>
          <p:nvPr/>
        </p:nvSpPr>
        <p:spPr>
          <a:xfrm>
            <a:off x="3797300" y="2095500"/>
            <a:ext cx="1117500" cy="279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200">
                <a:solidFill>
                  <a:srgbClr val="A0A0AA"/>
                </a:solidFill>
                <a:latin typeface="Noto Sans KR"/>
                <a:ea typeface="Noto Sans KR"/>
                <a:cs typeface="Noto Sans KR"/>
                <a:sym typeface="Noto Sans KR"/>
              </a:rPr>
              <a:t>좌석 확보</a:t>
            </a:r>
            <a:endParaRPr sz="1200">
              <a:solidFill>
                <a:srgbClr val="A0A0AA"/>
              </a:solidFill>
              <a:latin typeface="Noto Sans KR"/>
              <a:ea typeface="Noto Sans KR"/>
              <a:cs typeface="Noto Sans KR"/>
              <a:sym typeface="Noto Sans KR"/>
            </a:endParaRPr>
          </a:p>
        </p:txBody>
      </p:sp>
      <p:sp>
        <p:nvSpPr>
          <p:cNvPr id="441" name="Google Shape;441;p18"/>
          <p:cNvSpPr txBox="1"/>
          <p:nvPr/>
        </p:nvSpPr>
        <p:spPr>
          <a:xfrm>
            <a:off x="7239000" y="2095500"/>
            <a:ext cx="1117500" cy="279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200">
                <a:solidFill>
                  <a:srgbClr val="A0A0AA"/>
                </a:solidFill>
                <a:latin typeface="Noto Sans KR"/>
                <a:ea typeface="Noto Sans KR"/>
                <a:cs typeface="Noto Sans KR"/>
                <a:sym typeface="Noto Sans KR"/>
              </a:rPr>
              <a:t>결제 승인</a:t>
            </a:r>
            <a:endParaRPr sz="1200">
              <a:solidFill>
                <a:srgbClr val="A0A0AA"/>
              </a:solidFill>
              <a:latin typeface="Noto Sans KR"/>
              <a:ea typeface="Noto Sans KR"/>
              <a:cs typeface="Noto Sans KR"/>
              <a:sym typeface="Noto Sans KR"/>
            </a:endParaRPr>
          </a:p>
        </p:txBody>
      </p:sp>
      <p:cxnSp>
        <p:nvCxnSpPr>
          <p:cNvPr id="442" name="Google Shape;442;p18"/>
          <p:cNvCxnSpPr/>
          <p:nvPr/>
        </p:nvCxnSpPr>
        <p:spPr>
          <a:xfrm>
            <a:off x="6096000" y="3060700"/>
            <a:ext cx="0" cy="368400"/>
          </a:xfrm>
          <a:prstGeom prst="straightConnector1">
            <a:avLst/>
          </a:prstGeom>
          <a:noFill/>
          <a:ln w="17775" cap="flat" cmpd="sng">
            <a:solidFill>
              <a:srgbClr val="5D5D66"/>
            </a:solidFill>
            <a:prstDash val="solid"/>
            <a:round/>
            <a:headEnd type="none" w="med" len="med"/>
            <a:tailEnd type="none" w="med" len="med"/>
          </a:ln>
        </p:spPr>
      </p:cxnSp>
      <p:cxnSp>
        <p:nvCxnSpPr>
          <p:cNvPr id="443" name="Google Shape;443;p18"/>
          <p:cNvCxnSpPr/>
          <p:nvPr/>
        </p:nvCxnSpPr>
        <p:spPr>
          <a:xfrm rot="10800000">
            <a:off x="3048000" y="3429000"/>
            <a:ext cx="3048000" cy="0"/>
          </a:xfrm>
          <a:prstGeom prst="straightConnector1">
            <a:avLst/>
          </a:prstGeom>
          <a:noFill/>
          <a:ln w="17775" cap="flat" cmpd="sng">
            <a:solidFill>
              <a:srgbClr val="5D5D66"/>
            </a:solidFill>
            <a:prstDash val="solid"/>
            <a:round/>
            <a:headEnd type="none" w="med" len="med"/>
            <a:tailEnd type="none" w="med" len="med"/>
          </a:ln>
        </p:spPr>
      </p:cxnSp>
      <p:cxnSp>
        <p:nvCxnSpPr>
          <p:cNvPr id="444" name="Google Shape;444;p18"/>
          <p:cNvCxnSpPr/>
          <p:nvPr/>
        </p:nvCxnSpPr>
        <p:spPr>
          <a:xfrm>
            <a:off x="9537700" y="3060700"/>
            <a:ext cx="0" cy="723900"/>
          </a:xfrm>
          <a:prstGeom prst="straightConnector1">
            <a:avLst/>
          </a:prstGeom>
          <a:noFill/>
          <a:ln w="17775" cap="flat" cmpd="sng">
            <a:solidFill>
              <a:srgbClr val="5D5D66"/>
            </a:solidFill>
            <a:prstDash val="solid"/>
            <a:round/>
            <a:headEnd type="none" w="med" len="med"/>
            <a:tailEnd type="none" w="med" len="med"/>
          </a:ln>
        </p:spPr>
      </p:cxnSp>
      <p:cxnSp>
        <p:nvCxnSpPr>
          <p:cNvPr id="445" name="Google Shape;445;p18"/>
          <p:cNvCxnSpPr/>
          <p:nvPr/>
        </p:nvCxnSpPr>
        <p:spPr>
          <a:xfrm rot="10800000">
            <a:off x="2286100" y="3784600"/>
            <a:ext cx="7251600" cy="0"/>
          </a:xfrm>
          <a:prstGeom prst="straightConnector1">
            <a:avLst/>
          </a:prstGeom>
          <a:noFill/>
          <a:ln w="17775" cap="flat" cmpd="sng">
            <a:solidFill>
              <a:srgbClr val="5D5D66"/>
            </a:solidFill>
            <a:prstDash val="solid"/>
            <a:round/>
            <a:headEnd type="none" w="med" len="med"/>
            <a:tailEnd type="none" w="med" len="med"/>
          </a:ln>
        </p:spPr>
      </p:cxnSp>
      <p:cxnSp>
        <p:nvCxnSpPr>
          <p:cNvPr id="446" name="Google Shape;446;p18"/>
          <p:cNvCxnSpPr/>
          <p:nvPr/>
        </p:nvCxnSpPr>
        <p:spPr>
          <a:xfrm rot="10800000">
            <a:off x="2286000" y="3086200"/>
            <a:ext cx="0" cy="698400"/>
          </a:xfrm>
          <a:prstGeom prst="straightConnector1">
            <a:avLst/>
          </a:prstGeom>
          <a:noFill/>
          <a:ln w="17775" cap="flat" cmpd="sng">
            <a:solidFill>
              <a:srgbClr val="5D5D66"/>
            </a:solidFill>
            <a:prstDash val="solid"/>
            <a:round/>
            <a:headEnd type="none" w="med" len="med"/>
            <a:tailEnd type="triangle" w="med" len="med"/>
          </a:ln>
        </p:spPr>
      </p:cxnSp>
      <p:sp>
        <p:nvSpPr>
          <p:cNvPr id="447" name="Google Shape;447;p18"/>
          <p:cNvSpPr/>
          <p:nvPr/>
        </p:nvSpPr>
        <p:spPr>
          <a:xfrm>
            <a:off x="3517900" y="3276600"/>
            <a:ext cx="1841400" cy="304800"/>
          </a:xfrm>
          <a:prstGeom prst="rect">
            <a:avLst/>
          </a:prstGeom>
          <a:solidFill>
            <a:srgbClr val="0F0F1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48" name="Google Shape;448;p18"/>
          <p:cNvSpPr txBox="1"/>
          <p:nvPr/>
        </p:nvSpPr>
        <p:spPr>
          <a:xfrm>
            <a:off x="3517900" y="3289300"/>
            <a:ext cx="1841400" cy="292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200">
                <a:solidFill>
                  <a:srgbClr val="A0A0AA"/>
                </a:solidFill>
                <a:latin typeface="Noto Sans KR"/>
                <a:ea typeface="Noto Sans KR"/>
                <a:cs typeface="Noto Sans KR"/>
                <a:sym typeface="Noto Sans KR"/>
              </a:rPr>
              <a:t>선점 취소 또는 만료</a:t>
            </a:r>
            <a:endParaRPr sz="1200">
              <a:solidFill>
                <a:srgbClr val="A0A0AA"/>
              </a:solidFill>
              <a:latin typeface="Noto Sans KR"/>
              <a:ea typeface="Noto Sans KR"/>
              <a:cs typeface="Noto Sans KR"/>
              <a:sym typeface="Noto Sans KR"/>
            </a:endParaRPr>
          </a:p>
        </p:txBody>
      </p:sp>
      <p:sp>
        <p:nvSpPr>
          <p:cNvPr id="449" name="Google Shape;449;p18"/>
          <p:cNvSpPr/>
          <p:nvPr/>
        </p:nvSpPr>
        <p:spPr>
          <a:xfrm>
            <a:off x="5295900" y="3632200"/>
            <a:ext cx="1231800" cy="304800"/>
          </a:xfrm>
          <a:prstGeom prst="rect">
            <a:avLst/>
          </a:prstGeom>
          <a:solidFill>
            <a:srgbClr val="0F0F1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50" name="Google Shape;450;p18"/>
          <p:cNvSpPr txBox="1"/>
          <p:nvPr/>
        </p:nvSpPr>
        <p:spPr>
          <a:xfrm>
            <a:off x="5295900" y="3644900"/>
            <a:ext cx="1231800" cy="292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200">
                <a:solidFill>
                  <a:srgbClr val="A0A0AA"/>
                </a:solidFill>
                <a:latin typeface="Noto Sans KR"/>
                <a:ea typeface="Noto Sans KR"/>
                <a:cs typeface="Noto Sans KR"/>
                <a:sym typeface="Noto Sans KR"/>
              </a:rPr>
              <a:t>예매 취소</a:t>
            </a:r>
            <a:endParaRPr sz="1200">
              <a:solidFill>
                <a:srgbClr val="A0A0AA"/>
              </a:solidFill>
              <a:latin typeface="Noto Sans KR"/>
              <a:ea typeface="Noto Sans KR"/>
              <a:cs typeface="Noto Sans KR"/>
              <a:sym typeface="Noto Sans KR"/>
            </a:endParaRPr>
          </a:p>
        </p:txBody>
      </p:sp>
      <p:sp>
        <p:nvSpPr>
          <p:cNvPr id="451" name="Google Shape;451;p18"/>
          <p:cNvSpPr txBox="1"/>
          <p:nvPr/>
        </p:nvSpPr>
        <p:spPr>
          <a:xfrm>
            <a:off x="1054100" y="3282950"/>
            <a:ext cx="1079400" cy="304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200">
                <a:solidFill>
                  <a:srgbClr val="A0A0AA"/>
                </a:solidFill>
                <a:latin typeface="Noto Sans KR"/>
                <a:ea typeface="Noto Sans KR"/>
                <a:cs typeface="Noto Sans KR"/>
                <a:sym typeface="Noto Sans KR"/>
              </a:rPr>
              <a:t>좌석 반환</a:t>
            </a:r>
            <a:endParaRPr sz="1200">
              <a:solidFill>
                <a:srgbClr val="A0A0AA"/>
              </a:solidFill>
              <a:latin typeface="Noto Sans KR"/>
              <a:ea typeface="Noto Sans KR"/>
              <a:cs typeface="Noto Sans KR"/>
              <a:sym typeface="Noto Sans KR"/>
            </a:endParaRPr>
          </a:p>
        </p:txBody>
      </p:sp>
      <p:cxnSp>
        <p:nvCxnSpPr>
          <p:cNvPr id="452" name="Google Shape;452;p18"/>
          <p:cNvCxnSpPr/>
          <p:nvPr/>
        </p:nvCxnSpPr>
        <p:spPr>
          <a:xfrm rot="10800000">
            <a:off x="3048000" y="3086100"/>
            <a:ext cx="0" cy="342900"/>
          </a:xfrm>
          <a:prstGeom prst="straightConnector1">
            <a:avLst/>
          </a:prstGeom>
          <a:noFill/>
          <a:ln w="17775" cap="flat" cmpd="sng">
            <a:solidFill>
              <a:srgbClr val="5D5D66"/>
            </a:solidFill>
            <a:prstDash val="solid"/>
            <a:round/>
            <a:headEnd type="none" w="med" len="med"/>
            <a:tailEnd type="triangle" w="med" len="med"/>
          </a:ln>
        </p:spPr>
      </p:cxnSp>
      <p:sp>
        <p:nvSpPr>
          <p:cNvPr id="453" name="Google Shape;453;p18"/>
          <p:cNvSpPr txBox="1"/>
          <p:nvPr/>
        </p:nvSpPr>
        <p:spPr>
          <a:xfrm>
            <a:off x="1442750" y="3857675"/>
            <a:ext cx="5826600" cy="27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200">
                <a:solidFill>
                  <a:srgbClr val="A0A0AA"/>
                </a:solidFill>
                <a:latin typeface="Noto Sans KR"/>
                <a:ea typeface="Noto Sans KR"/>
                <a:cs typeface="Noto Sans KR"/>
                <a:sym typeface="Noto Sans KR"/>
              </a:rPr>
              <a:t>조건에 맞는 대기자만 재선점, 없으면 빈 좌석 유지</a:t>
            </a:r>
            <a:endParaRPr sz="1200">
              <a:solidFill>
                <a:srgbClr val="A0A0AA"/>
              </a:solidFill>
              <a:latin typeface="Noto Sans KR"/>
              <a:ea typeface="Noto Sans KR"/>
              <a:cs typeface="Noto Sans KR"/>
              <a:sym typeface="Noto Sans K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19"/>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460" name="Google Shape;460;p19"/>
          <p:cNvSpPr/>
          <p:nvPr/>
        </p:nvSpPr>
        <p:spPr>
          <a:xfrm>
            <a:off x="812800" y="812800"/>
            <a:ext cx="10883400" cy="274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b="1" spc="200">
                <a:solidFill>
                  <a:srgbClr val="F6C543"/>
                </a:solidFill>
                <a:latin typeface="Oswald"/>
                <a:ea typeface="Oswald"/>
                <a:cs typeface="Oswald"/>
                <a:sym typeface="Oswald"/>
              </a:rPr>
              <a:t>05 / 예매 및 대기 설계</a:t>
            </a:r>
            <a:endParaRPr spc="200">
              <a:solidFill>
                <a:schemeClr val="lt1"/>
              </a:solidFill>
              <a:latin typeface="Noto Sans KR"/>
              <a:ea typeface="Noto Sans KR"/>
              <a:cs typeface="Noto Sans KR"/>
              <a:sym typeface="Noto Sans KR"/>
            </a:endParaRPr>
          </a:p>
        </p:txBody>
      </p:sp>
      <p:sp>
        <p:nvSpPr>
          <p:cNvPr id="461" name="Google Shape;461;p19"/>
          <p:cNvSpPr txBox="1">
            <a:spLocks noGrp="1"/>
          </p:cNvSpPr>
          <p:nvPr>
            <p:ph type="title"/>
          </p:nvPr>
        </p:nvSpPr>
        <p:spPr>
          <a:xfrm>
            <a:off x="812800" y="1150621"/>
            <a:ext cx="10883392" cy="49276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5F5F7"/>
              </a:buClr>
              <a:buSzPts val="3200"/>
              <a:buFont typeface="Noto Sans KR"/>
              <a:buNone/>
            </a:pPr>
            <a:r>
              <a:rPr lang="en-US" sz="3000" b="1">
                <a:solidFill>
                  <a:srgbClr val="F5F5F7"/>
                </a:solidFill>
              </a:rPr>
              <a:t>후보 탐색 최적화</a:t>
            </a:r>
            <a:endParaRPr sz="3000" b="1">
              <a:solidFill>
                <a:srgbClr val="F5F5F7"/>
              </a:solidFill>
            </a:endParaRPr>
          </a:p>
        </p:txBody>
      </p:sp>
      <p:sp>
        <p:nvSpPr>
          <p:cNvPr id="462" name="Google Shape;462;p19"/>
          <p:cNvSpPr/>
          <p:nvPr/>
        </p:nvSpPr>
        <p:spPr>
          <a:xfrm>
            <a:off x="1397000" y="2679700"/>
            <a:ext cx="2667000" cy="1168500"/>
          </a:xfrm>
          <a:prstGeom prst="roundRect">
            <a:avLst>
              <a:gd name="adj" fmla="val 4623"/>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463" name="Google Shape;463;p19"/>
          <p:cNvSpPr/>
          <p:nvPr/>
        </p:nvSpPr>
        <p:spPr>
          <a:xfrm>
            <a:off x="8382000" y="2679700"/>
            <a:ext cx="2412900" cy="1168500"/>
          </a:xfrm>
          <a:prstGeom prst="roundRect">
            <a:avLst>
              <a:gd name="adj" fmla="val 4487"/>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464" name="Google Shape;464;p19"/>
          <p:cNvSpPr/>
          <p:nvPr/>
        </p:nvSpPr>
        <p:spPr>
          <a:xfrm>
            <a:off x="4445000" y="4711700"/>
            <a:ext cx="3174900" cy="698400"/>
          </a:xfrm>
          <a:prstGeom prst="roundRect">
            <a:avLst>
              <a:gd name="adj" fmla="val 17416"/>
            </a:avLst>
          </a:prstGeom>
          <a:solidFill>
            <a:srgbClr val="161618"/>
          </a:solidFill>
          <a:ln w="12700" cap="flat" cmpd="sng">
            <a:solidFill>
              <a:srgbClr val="38384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465" name="Google Shape;465;p19"/>
          <p:cNvSpPr/>
          <p:nvPr/>
        </p:nvSpPr>
        <p:spPr>
          <a:xfrm>
            <a:off x="812800" y="6238242"/>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466" name="Google Shape;466;p19"/>
          <p:cNvSpPr/>
          <p:nvPr/>
        </p:nvSpPr>
        <p:spPr>
          <a:xfrm>
            <a:off x="10058400" y="6238242"/>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13</a:t>
            </a:r>
            <a:endParaRPr sz="1200">
              <a:solidFill>
                <a:schemeClr val="lt1"/>
              </a:solidFill>
              <a:latin typeface="Noto Sans KR"/>
              <a:ea typeface="Noto Sans KR"/>
              <a:cs typeface="Noto Sans KR"/>
              <a:sym typeface="Noto Sans KR"/>
            </a:endParaRPr>
          </a:p>
        </p:txBody>
      </p:sp>
      <p:sp>
        <p:nvSpPr>
          <p:cNvPr id="467" name="Google Shape;467;p19"/>
          <p:cNvSpPr txBox="1"/>
          <p:nvPr/>
        </p:nvSpPr>
        <p:spPr>
          <a:xfrm>
            <a:off x="1143000" y="3340100"/>
            <a:ext cx="2793900" cy="431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2300" b="1">
                <a:solidFill>
                  <a:srgbClr val="F6C543"/>
                </a:solidFill>
                <a:latin typeface="Noto Sans KR"/>
                <a:ea typeface="Noto Sans KR"/>
                <a:cs typeface="Noto Sans KR"/>
                <a:sym typeface="Noto Sans KR"/>
              </a:rPr>
              <a:t>Redis 요약</a:t>
            </a:r>
            <a:endParaRPr sz="2300" b="1">
              <a:solidFill>
                <a:srgbClr val="F6C543"/>
              </a:solidFill>
              <a:latin typeface="Noto Sans KR"/>
              <a:ea typeface="Noto Sans KR"/>
              <a:cs typeface="Noto Sans KR"/>
              <a:sym typeface="Noto Sans KR"/>
            </a:endParaRPr>
          </a:p>
        </p:txBody>
      </p:sp>
      <p:sp>
        <p:nvSpPr>
          <p:cNvPr id="468" name="Google Shape;468;p19"/>
          <p:cNvSpPr txBox="1"/>
          <p:nvPr/>
        </p:nvSpPr>
        <p:spPr>
          <a:xfrm>
            <a:off x="1143000" y="3835400"/>
            <a:ext cx="2793900" cy="304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a:solidFill>
                  <a:srgbClr val="A0A0AA"/>
                </a:solidFill>
                <a:latin typeface="Noto Sans KR"/>
                <a:ea typeface="Noto Sans KR"/>
                <a:cs typeface="Noto Sans KR"/>
                <a:sym typeface="Noto Sans KR"/>
              </a:rPr>
              <a:t>여러 회차 요약 일괄 조회</a:t>
            </a:r>
            <a:endParaRPr>
              <a:solidFill>
                <a:srgbClr val="A0A0AA"/>
              </a:solidFill>
              <a:latin typeface="Noto Sans KR"/>
              <a:ea typeface="Noto Sans KR"/>
              <a:cs typeface="Noto Sans KR"/>
              <a:sym typeface="Noto Sans KR"/>
            </a:endParaRPr>
          </a:p>
        </p:txBody>
      </p:sp>
      <p:sp>
        <p:nvSpPr>
          <p:cNvPr id="469" name="Google Shape;469;p19"/>
          <p:cNvSpPr txBox="1"/>
          <p:nvPr/>
        </p:nvSpPr>
        <p:spPr>
          <a:xfrm>
            <a:off x="1587500" y="2133600"/>
            <a:ext cx="1905000" cy="317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200">
                <a:solidFill>
                  <a:srgbClr val="F6C543"/>
                </a:solidFill>
                <a:latin typeface="Noto Sans KR"/>
                <a:ea typeface="Noto Sans KR"/>
                <a:cs typeface="Noto Sans KR"/>
                <a:sym typeface="Noto Sans KR"/>
              </a:rPr>
              <a:t>2초간 재사용</a:t>
            </a:r>
            <a:endParaRPr sz="1200">
              <a:solidFill>
                <a:srgbClr val="F6C543"/>
              </a:solidFill>
              <a:latin typeface="Noto Sans KR"/>
              <a:ea typeface="Noto Sans KR"/>
              <a:cs typeface="Noto Sans KR"/>
              <a:sym typeface="Noto Sans KR"/>
            </a:endParaRPr>
          </a:p>
        </p:txBody>
      </p:sp>
      <p:sp>
        <p:nvSpPr>
          <p:cNvPr id="470" name="Google Shape;470;p19"/>
          <p:cNvSpPr txBox="1"/>
          <p:nvPr/>
        </p:nvSpPr>
        <p:spPr>
          <a:xfrm>
            <a:off x="4699000" y="3340100"/>
            <a:ext cx="2793900" cy="431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2300" b="1">
                <a:solidFill>
                  <a:srgbClr val="F5F5F7"/>
                </a:solidFill>
                <a:latin typeface="Noto Sans KR"/>
                <a:ea typeface="Noto Sans KR"/>
                <a:cs typeface="Noto Sans KR"/>
                <a:sym typeface="Noto Sans KR"/>
              </a:rPr>
              <a:t>후보 비교</a:t>
            </a:r>
            <a:endParaRPr sz="2300" b="1">
              <a:solidFill>
                <a:srgbClr val="F5F5F7"/>
              </a:solidFill>
              <a:latin typeface="Noto Sans KR"/>
              <a:ea typeface="Noto Sans KR"/>
              <a:cs typeface="Noto Sans KR"/>
              <a:sym typeface="Noto Sans KR"/>
            </a:endParaRPr>
          </a:p>
        </p:txBody>
      </p:sp>
      <p:sp>
        <p:nvSpPr>
          <p:cNvPr id="471" name="Google Shape;471;p19"/>
          <p:cNvSpPr txBox="1"/>
          <p:nvPr/>
        </p:nvSpPr>
        <p:spPr>
          <a:xfrm>
            <a:off x="4699000" y="3835400"/>
            <a:ext cx="2793900" cy="304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a:solidFill>
                  <a:srgbClr val="A0A0AA"/>
                </a:solidFill>
                <a:latin typeface="Noto Sans KR"/>
                <a:ea typeface="Noto Sans KR"/>
                <a:cs typeface="Noto Sans KR"/>
                <a:sym typeface="Noto Sans KR"/>
              </a:rPr>
              <a:t>선호와 가용성 비교</a:t>
            </a:r>
            <a:endParaRPr>
              <a:solidFill>
                <a:srgbClr val="A0A0AA"/>
              </a:solidFill>
              <a:latin typeface="Noto Sans KR"/>
              <a:ea typeface="Noto Sans KR"/>
              <a:cs typeface="Noto Sans KR"/>
              <a:sym typeface="Noto Sans KR"/>
            </a:endParaRPr>
          </a:p>
        </p:txBody>
      </p:sp>
      <p:sp>
        <p:nvSpPr>
          <p:cNvPr id="472" name="Google Shape;472;p19"/>
          <p:cNvSpPr txBox="1"/>
          <p:nvPr/>
        </p:nvSpPr>
        <p:spPr>
          <a:xfrm>
            <a:off x="8255000" y="3340100"/>
            <a:ext cx="2793900" cy="431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2200" b="1">
                <a:solidFill>
                  <a:srgbClr val="F5F5F7"/>
                </a:solidFill>
                <a:latin typeface="Noto Sans KR"/>
                <a:ea typeface="Noto Sans KR"/>
                <a:cs typeface="Noto Sans KR"/>
                <a:sym typeface="Noto Sans KR"/>
              </a:rPr>
              <a:t>MySQL 재검증</a:t>
            </a:r>
            <a:endParaRPr sz="2200" b="1">
              <a:solidFill>
                <a:srgbClr val="F5F5F7"/>
              </a:solidFill>
              <a:latin typeface="Noto Sans KR"/>
              <a:ea typeface="Noto Sans KR"/>
              <a:cs typeface="Noto Sans KR"/>
              <a:sym typeface="Noto Sans KR"/>
            </a:endParaRPr>
          </a:p>
        </p:txBody>
      </p:sp>
      <p:sp>
        <p:nvSpPr>
          <p:cNvPr id="473" name="Google Shape;473;p19"/>
          <p:cNvSpPr txBox="1"/>
          <p:nvPr/>
        </p:nvSpPr>
        <p:spPr>
          <a:xfrm>
            <a:off x="8255000" y="3835400"/>
            <a:ext cx="2793900" cy="304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300">
                <a:solidFill>
                  <a:srgbClr val="A0A0AA"/>
                </a:solidFill>
                <a:latin typeface="Noto Sans KR"/>
                <a:ea typeface="Noto Sans KR"/>
                <a:cs typeface="Noto Sans KR"/>
                <a:sym typeface="Noto Sans KR"/>
              </a:rPr>
              <a:t>선택 구역 잠금 후 선점</a:t>
            </a:r>
            <a:endParaRPr sz="1300">
              <a:solidFill>
                <a:srgbClr val="A0A0AA"/>
              </a:solidFill>
              <a:latin typeface="Noto Sans KR"/>
              <a:ea typeface="Noto Sans KR"/>
              <a:cs typeface="Noto Sans KR"/>
              <a:sym typeface="Noto Sans KR"/>
            </a:endParaRPr>
          </a:p>
        </p:txBody>
      </p:sp>
      <p:cxnSp>
        <p:nvCxnSpPr>
          <p:cNvPr id="474" name="Google Shape;474;p19"/>
          <p:cNvCxnSpPr/>
          <p:nvPr/>
        </p:nvCxnSpPr>
        <p:spPr>
          <a:xfrm>
            <a:off x="4064000" y="3581400"/>
            <a:ext cx="507900" cy="0"/>
          </a:xfrm>
          <a:prstGeom prst="straightConnector1">
            <a:avLst/>
          </a:prstGeom>
          <a:noFill/>
          <a:ln w="17775" cap="flat" cmpd="sng">
            <a:solidFill>
              <a:srgbClr val="F6C543"/>
            </a:solidFill>
            <a:prstDash val="solid"/>
            <a:round/>
            <a:headEnd type="none" w="med" len="med"/>
            <a:tailEnd type="triangle" w="med" len="med"/>
          </a:ln>
        </p:spPr>
      </p:cxnSp>
      <p:cxnSp>
        <p:nvCxnSpPr>
          <p:cNvPr id="475" name="Google Shape;475;p19"/>
          <p:cNvCxnSpPr/>
          <p:nvPr/>
        </p:nvCxnSpPr>
        <p:spPr>
          <a:xfrm>
            <a:off x="7620000" y="3581400"/>
            <a:ext cx="507900" cy="0"/>
          </a:xfrm>
          <a:prstGeom prst="straightConnector1">
            <a:avLst/>
          </a:prstGeom>
          <a:noFill/>
          <a:ln w="17775" cap="flat" cmpd="sng">
            <a:solidFill>
              <a:srgbClr val="F6C543"/>
            </a:solidFill>
            <a:prstDash val="solid"/>
            <a:round/>
            <a:headEnd type="none" w="med" len="med"/>
            <a:tailEnd type="triangle" w="med" len="med"/>
          </a:ln>
        </p:spPr>
      </p:cxnSp>
      <p:sp>
        <p:nvSpPr>
          <p:cNvPr id="476" name="Google Shape;476;p19"/>
          <p:cNvSpPr txBox="1"/>
          <p:nvPr/>
        </p:nvSpPr>
        <p:spPr>
          <a:xfrm>
            <a:off x="4508500" y="4762500"/>
            <a:ext cx="3048000" cy="3429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700" b="1">
                <a:solidFill>
                  <a:srgbClr val="F5F5F7"/>
                </a:solidFill>
                <a:latin typeface="Noto Sans KR"/>
                <a:ea typeface="Noto Sans KR"/>
                <a:cs typeface="Noto Sans KR"/>
                <a:sym typeface="Noto Sans KR"/>
              </a:rPr>
              <a:t>DB 일괄 조회와 계산</a:t>
            </a:r>
            <a:endParaRPr sz="1700" b="1">
              <a:solidFill>
                <a:srgbClr val="F5F5F7"/>
              </a:solidFill>
              <a:latin typeface="Noto Sans KR"/>
              <a:ea typeface="Noto Sans KR"/>
              <a:cs typeface="Noto Sans KR"/>
              <a:sym typeface="Noto Sans KR"/>
            </a:endParaRPr>
          </a:p>
        </p:txBody>
      </p:sp>
      <p:sp>
        <p:nvSpPr>
          <p:cNvPr id="477" name="Google Shape;477;p19"/>
          <p:cNvSpPr txBox="1"/>
          <p:nvPr/>
        </p:nvSpPr>
        <p:spPr>
          <a:xfrm>
            <a:off x="4508500" y="5054411"/>
            <a:ext cx="3048000" cy="279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300">
                <a:solidFill>
                  <a:srgbClr val="A0A0AA"/>
                </a:solidFill>
                <a:latin typeface="Noto Sans KR"/>
                <a:ea typeface="Noto Sans KR"/>
                <a:cs typeface="Noto Sans KR"/>
                <a:sym typeface="Noto Sans KR"/>
              </a:rPr>
              <a:t>좌석 배치 재사용</a:t>
            </a:r>
            <a:endParaRPr sz="1300">
              <a:solidFill>
                <a:srgbClr val="A0A0AA"/>
              </a:solidFill>
              <a:latin typeface="Noto Sans KR"/>
              <a:ea typeface="Noto Sans KR"/>
              <a:cs typeface="Noto Sans KR"/>
              <a:sym typeface="Noto Sans KR"/>
            </a:endParaRPr>
          </a:p>
        </p:txBody>
      </p:sp>
      <p:cxnSp>
        <p:nvCxnSpPr>
          <p:cNvPr id="478" name="Google Shape;478;p19"/>
          <p:cNvCxnSpPr/>
          <p:nvPr/>
        </p:nvCxnSpPr>
        <p:spPr>
          <a:xfrm>
            <a:off x="2540000" y="4203700"/>
            <a:ext cx="0" cy="825600"/>
          </a:xfrm>
          <a:prstGeom prst="straightConnector1">
            <a:avLst/>
          </a:prstGeom>
          <a:noFill/>
          <a:ln w="17775" cap="flat" cmpd="sng">
            <a:solidFill>
              <a:srgbClr val="A0A0AA"/>
            </a:solidFill>
            <a:prstDash val="solid"/>
            <a:round/>
            <a:headEnd type="none" w="med" len="med"/>
            <a:tailEnd type="none" w="med" len="med"/>
          </a:ln>
        </p:spPr>
      </p:cxnSp>
      <p:sp>
        <p:nvSpPr>
          <p:cNvPr id="479" name="Google Shape;479;p19"/>
          <p:cNvSpPr txBox="1"/>
          <p:nvPr/>
        </p:nvSpPr>
        <p:spPr>
          <a:xfrm>
            <a:off x="2565400" y="4445000"/>
            <a:ext cx="1778100" cy="317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200">
                <a:solidFill>
                  <a:srgbClr val="A0A0AA"/>
                </a:solidFill>
                <a:latin typeface="Noto Sans KR"/>
                <a:ea typeface="Noto Sans KR"/>
                <a:cs typeface="Noto Sans KR"/>
                <a:sym typeface="Noto Sans KR"/>
              </a:rPr>
              <a:t>캐시 없음 / 장애</a:t>
            </a:r>
            <a:endParaRPr sz="1200">
              <a:solidFill>
                <a:srgbClr val="A0A0AA"/>
              </a:solidFill>
              <a:latin typeface="Noto Sans KR"/>
              <a:ea typeface="Noto Sans KR"/>
              <a:cs typeface="Noto Sans KR"/>
              <a:sym typeface="Noto Sans KR"/>
            </a:endParaRPr>
          </a:p>
        </p:txBody>
      </p:sp>
      <p:cxnSp>
        <p:nvCxnSpPr>
          <p:cNvPr id="480" name="Google Shape;480;p19"/>
          <p:cNvCxnSpPr/>
          <p:nvPr/>
        </p:nvCxnSpPr>
        <p:spPr>
          <a:xfrm>
            <a:off x="2540000" y="5029200"/>
            <a:ext cx="1752600" cy="0"/>
          </a:xfrm>
          <a:prstGeom prst="straightConnector1">
            <a:avLst/>
          </a:prstGeom>
          <a:noFill/>
          <a:ln w="17775" cap="flat" cmpd="sng">
            <a:solidFill>
              <a:srgbClr val="A0A0AA"/>
            </a:solidFill>
            <a:prstDash val="solid"/>
            <a:round/>
            <a:headEnd type="none" w="med" len="med"/>
            <a:tailEnd type="triangle" w="med" len="med"/>
          </a:ln>
        </p:spPr>
      </p:cxnSp>
      <p:cxnSp>
        <p:nvCxnSpPr>
          <p:cNvPr id="481" name="Google Shape;481;p19"/>
          <p:cNvCxnSpPr/>
          <p:nvPr/>
        </p:nvCxnSpPr>
        <p:spPr>
          <a:xfrm rot="10800000">
            <a:off x="6096000" y="4229000"/>
            <a:ext cx="0" cy="482700"/>
          </a:xfrm>
          <a:prstGeom prst="straightConnector1">
            <a:avLst/>
          </a:prstGeom>
          <a:noFill/>
          <a:ln w="17775" cap="flat" cmpd="sng">
            <a:solidFill>
              <a:srgbClr val="A0A0AA"/>
            </a:solidFill>
            <a:prstDash val="solid"/>
            <a:round/>
            <a:headEnd type="none" w="med" len="med"/>
            <a:tailEnd type="triangle" w="med" len="med"/>
          </a:ln>
        </p:spPr>
      </p:cxnSp>
      <p:sp>
        <p:nvSpPr>
          <p:cNvPr id="482" name="Google Shape;482;p19"/>
          <p:cNvSpPr txBox="1"/>
          <p:nvPr/>
        </p:nvSpPr>
        <p:spPr>
          <a:xfrm>
            <a:off x="6261100" y="4305300"/>
            <a:ext cx="1473300" cy="292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200">
                <a:solidFill>
                  <a:srgbClr val="A0A0AA"/>
                </a:solidFill>
                <a:latin typeface="Noto Sans KR"/>
                <a:ea typeface="Noto Sans KR"/>
                <a:cs typeface="Noto Sans KR"/>
                <a:sym typeface="Noto Sans KR"/>
              </a:rPr>
              <a:t>계산 결과</a:t>
            </a:r>
            <a:endParaRPr sz="1200">
              <a:solidFill>
                <a:srgbClr val="A0A0AA"/>
              </a:solidFill>
              <a:latin typeface="Noto Sans KR"/>
              <a:ea typeface="Noto Sans KR"/>
              <a:cs typeface="Noto Sans KR"/>
              <a:sym typeface="Noto Sans KR"/>
            </a:endParaRPr>
          </a:p>
        </p:txBody>
      </p:sp>
      <p:sp>
        <p:nvSpPr>
          <p:cNvPr id="483" name="Google Shape;483;p19"/>
          <p:cNvSpPr txBox="1"/>
          <p:nvPr/>
        </p:nvSpPr>
        <p:spPr>
          <a:xfrm>
            <a:off x="8255000" y="4927600"/>
            <a:ext cx="2793900" cy="317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a:solidFill>
                  <a:srgbClr val="A0A0AA"/>
                </a:solidFill>
                <a:latin typeface="Noto Sans KR"/>
                <a:ea typeface="Noto Sans KR"/>
                <a:cs typeface="Noto Sans KR"/>
                <a:sym typeface="Noto Sans KR"/>
              </a:rPr>
              <a:t>변경 시 재탐색</a:t>
            </a:r>
            <a:endParaRPr>
              <a:solidFill>
                <a:srgbClr val="A0A0AA"/>
              </a:solidFill>
              <a:latin typeface="Noto Sans KR"/>
              <a:ea typeface="Noto Sans KR"/>
              <a:cs typeface="Noto Sans KR"/>
              <a:sym typeface="Noto Sans KR"/>
            </a:endParaRPr>
          </a:p>
        </p:txBody>
      </p:sp>
      <p:sp>
        <p:nvSpPr>
          <p:cNvPr id="484" name="Google Shape;484;p19"/>
          <p:cNvSpPr txBox="1"/>
          <p:nvPr/>
        </p:nvSpPr>
        <p:spPr>
          <a:xfrm>
            <a:off x="1638300" y="5740400"/>
            <a:ext cx="9067800" cy="431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600">
                <a:solidFill>
                  <a:srgbClr val="E5E5EB"/>
                </a:solidFill>
                <a:latin typeface="Noto Sans KR"/>
                <a:ea typeface="Noto Sans KR"/>
                <a:cs typeface="Noto Sans KR"/>
                <a:sym typeface="Noto Sans KR"/>
              </a:rPr>
              <a:t>반복 탐색은 요약 재사용, 최종 선점은 </a:t>
            </a:r>
            <a:r>
              <a:rPr lang="en-US" sz="1600" b="1">
                <a:solidFill>
                  <a:srgbClr val="F6C543"/>
                </a:solidFill>
                <a:latin typeface="Noto Sans KR"/>
                <a:ea typeface="Noto Sans KR"/>
                <a:cs typeface="Noto Sans KR"/>
                <a:sym typeface="Noto Sans KR"/>
              </a:rPr>
              <a:t>DB 재검증</a:t>
            </a:r>
            <a:endParaRPr sz="1600" b="1">
              <a:solidFill>
                <a:srgbClr val="F6C543"/>
              </a:solidFill>
              <a:latin typeface="Noto Sans KR"/>
              <a:ea typeface="Noto Sans KR"/>
              <a:cs typeface="Noto Sans KR"/>
              <a:sym typeface="Noto Sans KR"/>
            </a:endParaRPr>
          </a:p>
        </p:txBody>
      </p:sp>
      <p:sp>
        <p:nvSpPr>
          <p:cNvPr id="485" name="Google Shape;485;p19"/>
          <p:cNvSpPr/>
          <p:nvPr/>
        </p:nvSpPr>
        <p:spPr>
          <a:xfrm>
            <a:off x="2209800" y="2603500"/>
            <a:ext cx="584100" cy="101700"/>
          </a:xfrm>
          <a:prstGeom prst="roundRect">
            <a:avLst>
              <a:gd name="adj" fmla="val 16667"/>
            </a:avLst>
          </a:prstGeom>
          <a:solidFill>
            <a:srgbClr val="F6C543"/>
          </a:solidFill>
          <a:ln w="15250" cap="flat" cmpd="sng">
            <a:solidFill>
              <a:srgbClr val="F6C5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86" name="Google Shape;486;p19"/>
          <p:cNvSpPr/>
          <p:nvPr/>
        </p:nvSpPr>
        <p:spPr>
          <a:xfrm>
            <a:off x="2247900" y="2781300"/>
            <a:ext cx="584100" cy="101700"/>
          </a:xfrm>
          <a:prstGeom prst="roundRect">
            <a:avLst>
              <a:gd name="adj" fmla="val 16667"/>
            </a:avLst>
          </a:prstGeom>
          <a:solidFill>
            <a:srgbClr val="A0A0AA"/>
          </a:solidFill>
          <a:ln w="15250" cap="flat" cmpd="sng">
            <a:solidFill>
              <a:srgbClr val="A0A0A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87" name="Google Shape;487;p19"/>
          <p:cNvSpPr/>
          <p:nvPr/>
        </p:nvSpPr>
        <p:spPr>
          <a:xfrm>
            <a:off x="2286000" y="2959100"/>
            <a:ext cx="584100" cy="101700"/>
          </a:xfrm>
          <a:prstGeom prst="roundRect">
            <a:avLst>
              <a:gd name="adj" fmla="val 16667"/>
            </a:avLst>
          </a:prstGeom>
          <a:solidFill>
            <a:srgbClr val="A0A0AA"/>
          </a:solidFill>
          <a:ln w="15250" cap="flat" cmpd="sng">
            <a:solidFill>
              <a:srgbClr val="A0A0A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88" name="Google Shape;488;p19"/>
          <p:cNvSpPr/>
          <p:nvPr/>
        </p:nvSpPr>
        <p:spPr>
          <a:xfrm>
            <a:off x="5600700" y="2590800"/>
            <a:ext cx="317400" cy="533400"/>
          </a:xfrm>
          <a:prstGeom prst="roundRect">
            <a:avLst>
              <a:gd name="adj" fmla="val 16667"/>
            </a:avLst>
          </a:prstGeom>
          <a:solidFill>
            <a:srgbClr val="161618"/>
          </a:solidFill>
          <a:ln w="15250" cap="flat" cmpd="sng">
            <a:solidFill>
              <a:srgbClr val="3D3D4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89" name="Google Shape;489;p19"/>
          <p:cNvSpPr/>
          <p:nvPr/>
        </p:nvSpPr>
        <p:spPr>
          <a:xfrm>
            <a:off x="5943600" y="2489200"/>
            <a:ext cx="317400" cy="533400"/>
          </a:xfrm>
          <a:prstGeom prst="roundRect">
            <a:avLst>
              <a:gd name="adj" fmla="val 16667"/>
            </a:avLst>
          </a:prstGeom>
          <a:solidFill>
            <a:srgbClr val="2B2413"/>
          </a:solidFill>
          <a:ln w="15250" cap="flat" cmpd="sng">
            <a:solidFill>
              <a:srgbClr val="F6C5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90" name="Google Shape;490;p19"/>
          <p:cNvSpPr/>
          <p:nvPr/>
        </p:nvSpPr>
        <p:spPr>
          <a:xfrm>
            <a:off x="6286500" y="2590800"/>
            <a:ext cx="317400" cy="533400"/>
          </a:xfrm>
          <a:prstGeom prst="roundRect">
            <a:avLst>
              <a:gd name="adj" fmla="val 16667"/>
            </a:avLst>
          </a:prstGeom>
          <a:solidFill>
            <a:srgbClr val="161618"/>
          </a:solidFill>
          <a:ln w="15250" cap="flat" cmpd="sng">
            <a:solidFill>
              <a:srgbClr val="3D3D4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91" name="Google Shape;491;p19"/>
          <p:cNvSpPr/>
          <p:nvPr/>
        </p:nvSpPr>
        <p:spPr>
          <a:xfrm>
            <a:off x="9347200" y="2565400"/>
            <a:ext cx="609600" cy="622200"/>
          </a:xfrm>
          <a:prstGeom prst="can">
            <a:avLst>
              <a:gd name="adj" fmla="val 25000"/>
            </a:avLst>
          </a:prstGeom>
          <a:solidFill>
            <a:srgbClr val="161618"/>
          </a:solidFill>
          <a:ln w="15250" cap="flat" cmpd="sng">
            <a:solidFill>
              <a:srgbClr val="A0A0A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92" name="Google Shape;492;p19"/>
          <p:cNvSpPr/>
          <p:nvPr/>
        </p:nvSpPr>
        <p:spPr>
          <a:xfrm>
            <a:off x="9791700" y="2895600"/>
            <a:ext cx="228600" cy="216000"/>
          </a:xfrm>
          <a:prstGeom prst="roundRect">
            <a:avLst>
              <a:gd name="adj" fmla="val 16667"/>
            </a:avLst>
          </a:prstGeom>
          <a:solidFill>
            <a:srgbClr val="F6C543"/>
          </a:solidFill>
          <a:ln w="15250" cap="flat" cmpd="sng">
            <a:solidFill>
              <a:srgbClr val="F6C5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93" name="Google Shape;493;p19"/>
          <p:cNvSpPr/>
          <p:nvPr/>
        </p:nvSpPr>
        <p:spPr>
          <a:xfrm>
            <a:off x="9817100" y="2768600"/>
            <a:ext cx="177900" cy="177900"/>
          </a:xfrm>
          <a:prstGeom prst="arc">
            <a:avLst>
              <a:gd name="adj1" fmla="val 16200000"/>
              <a:gd name="adj2" fmla="val 0"/>
            </a:avLst>
          </a:prstGeom>
          <a:solidFill>
            <a:srgbClr val="161618"/>
          </a:solidFill>
          <a:ln w="15250" cap="flat" cmpd="sng">
            <a:solidFill>
              <a:srgbClr val="F6C5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494" name="Google Shape;494;p19"/>
          <p:cNvSpPr txBox="1"/>
          <p:nvPr/>
        </p:nvSpPr>
        <p:spPr>
          <a:xfrm>
            <a:off x="9271000" y="4394200"/>
            <a:ext cx="762000" cy="50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000">
                <a:solidFill>
                  <a:srgbClr val="A0A0AA"/>
                </a:solidFill>
              </a:rPr>
              <a:t>↶</a:t>
            </a:r>
            <a:endParaRPr sz="3000">
              <a:solidFill>
                <a:srgbClr val="A0A0AA"/>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20"/>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501" name="Google Shape;501;p20"/>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b="1" spc="200">
                <a:solidFill>
                  <a:srgbClr val="F6C543"/>
                </a:solidFill>
                <a:latin typeface="Oswald"/>
                <a:ea typeface="Oswald"/>
                <a:cs typeface="Oswald"/>
                <a:sym typeface="Oswald"/>
              </a:rPr>
              <a:t>05 / 예매 및 대기 설계</a:t>
            </a:r>
            <a:endParaRPr sz="1400">
              <a:solidFill>
                <a:schemeClr val="lt1"/>
              </a:solidFill>
              <a:latin typeface="Noto Sans KR"/>
              <a:ea typeface="Noto Sans KR"/>
              <a:cs typeface="Noto Sans KR"/>
              <a:sym typeface="Noto Sans KR"/>
            </a:endParaRPr>
          </a:p>
        </p:txBody>
      </p:sp>
      <p:sp>
        <p:nvSpPr>
          <p:cNvPr id="502" name="Google Shape;502;p20"/>
          <p:cNvSpPr txBox="1">
            <a:spLocks noGrp="1"/>
          </p:cNvSpPr>
          <p:nvPr>
            <p:ph type="title"/>
          </p:nvPr>
        </p:nvSpPr>
        <p:spPr>
          <a:xfrm>
            <a:off x="812800" y="1150627"/>
            <a:ext cx="10883392" cy="49276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5F5F7"/>
              </a:buClr>
              <a:buSzPts val="3200"/>
              <a:buFont typeface="Noto Sans KR"/>
              <a:buNone/>
            </a:pPr>
            <a:r>
              <a:rPr lang="en-US" b="1"/>
              <a:t>취소표 배정 로직</a:t>
            </a:r>
            <a:endParaRPr sz="3200" b="1"/>
          </a:p>
        </p:txBody>
      </p:sp>
      <p:sp>
        <p:nvSpPr>
          <p:cNvPr id="503" name="Google Shape;503;p20"/>
          <p:cNvSpPr/>
          <p:nvPr/>
        </p:nvSpPr>
        <p:spPr>
          <a:xfrm>
            <a:off x="812800" y="6238242"/>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504" name="Google Shape;504;p20"/>
          <p:cNvSpPr/>
          <p:nvPr/>
        </p:nvSpPr>
        <p:spPr>
          <a:xfrm>
            <a:off x="10058400" y="6238242"/>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14</a:t>
            </a:r>
            <a:endParaRPr sz="1200">
              <a:solidFill>
                <a:srgbClr val="8E8E95"/>
              </a:solidFill>
              <a:latin typeface="Oswald"/>
              <a:ea typeface="Oswald"/>
              <a:cs typeface="Oswald"/>
              <a:sym typeface="Oswald"/>
            </a:endParaRPr>
          </a:p>
        </p:txBody>
      </p:sp>
      <p:sp>
        <p:nvSpPr>
          <p:cNvPr id="505" name="Google Shape;505;p20"/>
          <p:cNvSpPr txBox="1"/>
          <p:nvPr/>
        </p:nvSpPr>
        <p:spPr>
          <a:xfrm>
            <a:off x="990600" y="2260600"/>
            <a:ext cx="2412900" cy="406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2200" b="1">
                <a:solidFill>
                  <a:srgbClr val="F5F5F7"/>
                </a:solidFill>
                <a:latin typeface="Noto Sans KR"/>
                <a:ea typeface="Noto Sans KR"/>
                <a:cs typeface="Noto Sans KR"/>
                <a:sym typeface="Noto Sans KR"/>
              </a:rPr>
              <a:t>좌석 반환</a:t>
            </a:r>
            <a:endParaRPr sz="2200" b="1">
              <a:solidFill>
                <a:srgbClr val="F5F5F7"/>
              </a:solidFill>
              <a:latin typeface="Noto Sans KR"/>
              <a:ea typeface="Noto Sans KR"/>
              <a:cs typeface="Noto Sans KR"/>
              <a:sym typeface="Noto Sans KR"/>
            </a:endParaRPr>
          </a:p>
        </p:txBody>
      </p:sp>
      <p:sp>
        <p:nvSpPr>
          <p:cNvPr id="506" name="Google Shape;506;p20"/>
          <p:cNvSpPr txBox="1"/>
          <p:nvPr/>
        </p:nvSpPr>
        <p:spPr>
          <a:xfrm>
            <a:off x="990600" y="2705100"/>
            <a:ext cx="2412900" cy="317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300">
                <a:solidFill>
                  <a:srgbClr val="A0A0AA"/>
                </a:solidFill>
                <a:latin typeface="Noto Sans KR"/>
                <a:ea typeface="Noto Sans KR"/>
                <a:cs typeface="Noto Sans KR"/>
                <a:sym typeface="Noto Sans KR"/>
              </a:rPr>
              <a:t>취소 또는 선점 만료</a:t>
            </a:r>
            <a:endParaRPr sz="1300">
              <a:solidFill>
                <a:srgbClr val="A0A0AA"/>
              </a:solidFill>
              <a:latin typeface="Noto Sans KR"/>
              <a:ea typeface="Noto Sans KR"/>
              <a:cs typeface="Noto Sans KR"/>
              <a:sym typeface="Noto Sans KR"/>
            </a:endParaRPr>
          </a:p>
        </p:txBody>
      </p:sp>
      <p:sp>
        <p:nvSpPr>
          <p:cNvPr id="507" name="Google Shape;507;p20"/>
          <p:cNvSpPr/>
          <p:nvPr/>
        </p:nvSpPr>
        <p:spPr>
          <a:xfrm>
            <a:off x="1511300" y="3416300"/>
            <a:ext cx="507900" cy="457200"/>
          </a:xfrm>
          <a:prstGeom prst="roundRect">
            <a:avLst>
              <a:gd name="adj" fmla="val 16667"/>
            </a:avLst>
          </a:prstGeom>
          <a:solidFill>
            <a:srgbClr val="F6C5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08" name="Google Shape;508;p20"/>
          <p:cNvSpPr/>
          <p:nvPr/>
        </p:nvSpPr>
        <p:spPr>
          <a:xfrm>
            <a:off x="1447800" y="3721100"/>
            <a:ext cx="76200" cy="292200"/>
          </a:xfrm>
          <a:prstGeom prst="roundRect">
            <a:avLst>
              <a:gd name="adj" fmla="val 16667"/>
            </a:avLst>
          </a:prstGeom>
          <a:solidFill>
            <a:srgbClr val="F6C5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09" name="Google Shape;509;p20"/>
          <p:cNvSpPr/>
          <p:nvPr/>
        </p:nvSpPr>
        <p:spPr>
          <a:xfrm>
            <a:off x="2006600" y="3721100"/>
            <a:ext cx="76200" cy="292200"/>
          </a:xfrm>
          <a:prstGeom prst="roundRect">
            <a:avLst>
              <a:gd name="adj" fmla="val 16667"/>
            </a:avLst>
          </a:prstGeom>
          <a:solidFill>
            <a:srgbClr val="F6C5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10" name="Google Shape;510;p20"/>
          <p:cNvSpPr/>
          <p:nvPr/>
        </p:nvSpPr>
        <p:spPr>
          <a:xfrm>
            <a:off x="1511300" y="3911600"/>
            <a:ext cx="507900" cy="101700"/>
          </a:xfrm>
          <a:prstGeom prst="roundRect">
            <a:avLst>
              <a:gd name="adj" fmla="val 16667"/>
            </a:avLst>
          </a:prstGeom>
          <a:solidFill>
            <a:srgbClr val="F6C5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11" name="Google Shape;511;p20"/>
          <p:cNvSpPr/>
          <p:nvPr/>
        </p:nvSpPr>
        <p:spPr>
          <a:xfrm>
            <a:off x="2374900" y="3416300"/>
            <a:ext cx="507900" cy="457200"/>
          </a:xfrm>
          <a:prstGeom prst="roundRect">
            <a:avLst>
              <a:gd name="adj" fmla="val 16667"/>
            </a:avLst>
          </a:prstGeom>
          <a:solidFill>
            <a:srgbClr val="F6C5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12" name="Google Shape;512;p20"/>
          <p:cNvSpPr/>
          <p:nvPr/>
        </p:nvSpPr>
        <p:spPr>
          <a:xfrm>
            <a:off x="2311400" y="3721100"/>
            <a:ext cx="76200" cy="292200"/>
          </a:xfrm>
          <a:prstGeom prst="roundRect">
            <a:avLst>
              <a:gd name="adj" fmla="val 16667"/>
            </a:avLst>
          </a:prstGeom>
          <a:solidFill>
            <a:srgbClr val="F6C5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13" name="Google Shape;513;p20"/>
          <p:cNvSpPr/>
          <p:nvPr/>
        </p:nvSpPr>
        <p:spPr>
          <a:xfrm>
            <a:off x="2870200" y="3721100"/>
            <a:ext cx="76200" cy="292200"/>
          </a:xfrm>
          <a:prstGeom prst="roundRect">
            <a:avLst>
              <a:gd name="adj" fmla="val 16667"/>
            </a:avLst>
          </a:prstGeom>
          <a:solidFill>
            <a:srgbClr val="F6C5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14" name="Google Shape;514;p20"/>
          <p:cNvSpPr/>
          <p:nvPr/>
        </p:nvSpPr>
        <p:spPr>
          <a:xfrm>
            <a:off x="2374900" y="3911600"/>
            <a:ext cx="507900" cy="101700"/>
          </a:xfrm>
          <a:prstGeom prst="roundRect">
            <a:avLst>
              <a:gd name="adj" fmla="val 16667"/>
            </a:avLst>
          </a:prstGeom>
          <a:solidFill>
            <a:srgbClr val="F6C5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15" name="Google Shape;515;p20"/>
          <p:cNvSpPr txBox="1"/>
          <p:nvPr/>
        </p:nvSpPr>
        <p:spPr>
          <a:xfrm>
            <a:off x="1181100" y="4241800"/>
            <a:ext cx="2133600" cy="38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b="1">
                <a:solidFill>
                  <a:srgbClr val="F6C543"/>
                </a:solidFill>
                <a:latin typeface="Noto Sans KR"/>
                <a:ea typeface="Noto Sans KR"/>
                <a:cs typeface="Noto Sans KR"/>
                <a:sym typeface="Noto Sans KR"/>
              </a:rPr>
              <a:t>연석 2석</a:t>
            </a:r>
            <a:endParaRPr sz="1800" b="1">
              <a:solidFill>
                <a:srgbClr val="F6C543"/>
              </a:solidFill>
              <a:latin typeface="Noto Sans KR"/>
              <a:ea typeface="Noto Sans KR"/>
              <a:cs typeface="Noto Sans KR"/>
              <a:sym typeface="Noto Sans KR"/>
            </a:endParaRPr>
          </a:p>
        </p:txBody>
      </p:sp>
      <p:cxnSp>
        <p:nvCxnSpPr>
          <p:cNvPr id="516" name="Google Shape;516;p20"/>
          <p:cNvCxnSpPr/>
          <p:nvPr/>
        </p:nvCxnSpPr>
        <p:spPr>
          <a:xfrm>
            <a:off x="3429000" y="3784600"/>
            <a:ext cx="647700" cy="0"/>
          </a:xfrm>
          <a:prstGeom prst="straightConnector1">
            <a:avLst/>
          </a:prstGeom>
          <a:noFill/>
          <a:ln w="19050" cap="flat" cmpd="sng">
            <a:solidFill>
              <a:srgbClr val="A0A0AA"/>
            </a:solidFill>
            <a:prstDash val="solid"/>
            <a:round/>
            <a:headEnd type="none" w="med" len="med"/>
            <a:tailEnd type="triangle" w="med" len="med"/>
          </a:ln>
        </p:spPr>
      </p:cxnSp>
      <p:sp>
        <p:nvSpPr>
          <p:cNvPr id="517" name="Google Shape;517;p20"/>
          <p:cNvSpPr txBox="1"/>
          <p:nvPr/>
        </p:nvSpPr>
        <p:spPr>
          <a:xfrm>
            <a:off x="4279900" y="2260600"/>
            <a:ext cx="3835500" cy="406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2200" b="1">
                <a:solidFill>
                  <a:srgbClr val="F5F5F7"/>
                </a:solidFill>
                <a:latin typeface="Noto Sans KR"/>
                <a:ea typeface="Noto Sans KR"/>
                <a:cs typeface="Noto Sans KR"/>
                <a:sym typeface="Noto Sans KR"/>
              </a:rPr>
              <a:t>대기 조건 확인</a:t>
            </a:r>
            <a:endParaRPr sz="2200" b="1">
              <a:solidFill>
                <a:srgbClr val="F5F5F7"/>
              </a:solidFill>
              <a:latin typeface="Noto Sans KR"/>
              <a:ea typeface="Noto Sans KR"/>
              <a:cs typeface="Noto Sans KR"/>
              <a:sym typeface="Noto Sans KR"/>
            </a:endParaRPr>
          </a:p>
        </p:txBody>
      </p:sp>
      <p:sp>
        <p:nvSpPr>
          <p:cNvPr id="518" name="Google Shape;518;p20"/>
          <p:cNvSpPr txBox="1"/>
          <p:nvPr/>
        </p:nvSpPr>
        <p:spPr>
          <a:xfrm>
            <a:off x="4279900" y="2705100"/>
            <a:ext cx="3835500" cy="317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300">
                <a:solidFill>
                  <a:srgbClr val="A0A0AA"/>
                </a:solidFill>
                <a:latin typeface="Noto Sans KR"/>
                <a:ea typeface="Noto Sans KR"/>
                <a:cs typeface="Noto Sans KR"/>
                <a:sym typeface="Noto Sans KR"/>
              </a:rPr>
              <a:t>같은 회차와 구역의 예시</a:t>
            </a:r>
            <a:endParaRPr sz="1300">
              <a:solidFill>
                <a:srgbClr val="A0A0AA"/>
              </a:solidFill>
              <a:latin typeface="Noto Sans KR"/>
              <a:ea typeface="Noto Sans KR"/>
              <a:cs typeface="Noto Sans KR"/>
              <a:sym typeface="Noto Sans KR"/>
            </a:endParaRPr>
          </a:p>
        </p:txBody>
      </p:sp>
      <p:sp>
        <p:nvSpPr>
          <p:cNvPr id="519" name="Google Shape;519;p20"/>
          <p:cNvSpPr/>
          <p:nvPr/>
        </p:nvSpPr>
        <p:spPr>
          <a:xfrm>
            <a:off x="4330700" y="3213100"/>
            <a:ext cx="3759300" cy="800100"/>
          </a:xfrm>
          <a:prstGeom prst="roundRect">
            <a:avLst>
              <a:gd name="adj" fmla="val 16667"/>
            </a:avLst>
          </a:prstGeom>
          <a:solidFill>
            <a:srgbClr val="1C1C2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20" name="Google Shape;520;p20"/>
          <p:cNvSpPr txBox="1"/>
          <p:nvPr/>
        </p:nvSpPr>
        <p:spPr>
          <a:xfrm>
            <a:off x="4470400" y="3390900"/>
            <a:ext cx="584100" cy="38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2100" b="1">
                <a:solidFill>
                  <a:srgbClr val="A0A0AA"/>
                </a:solidFill>
                <a:latin typeface="Noto Sans KR"/>
                <a:ea typeface="Noto Sans KR"/>
                <a:cs typeface="Noto Sans KR"/>
                <a:sym typeface="Noto Sans KR"/>
              </a:rPr>
              <a:t>01</a:t>
            </a:r>
            <a:endParaRPr sz="2100" b="1">
              <a:solidFill>
                <a:srgbClr val="A0A0AA"/>
              </a:solidFill>
              <a:latin typeface="Noto Sans KR"/>
              <a:ea typeface="Noto Sans KR"/>
              <a:cs typeface="Noto Sans KR"/>
              <a:sym typeface="Noto Sans KR"/>
            </a:endParaRPr>
          </a:p>
        </p:txBody>
      </p:sp>
      <p:sp>
        <p:nvSpPr>
          <p:cNvPr id="521" name="Google Shape;521;p20"/>
          <p:cNvSpPr txBox="1"/>
          <p:nvPr/>
        </p:nvSpPr>
        <p:spPr>
          <a:xfrm>
            <a:off x="5207000" y="3340100"/>
            <a:ext cx="1346100" cy="469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a:solidFill>
                  <a:srgbClr val="F5F5F7"/>
                </a:solidFill>
                <a:latin typeface="Noto Sans KR"/>
                <a:ea typeface="Noto Sans KR"/>
                <a:cs typeface="Noto Sans KR"/>
                <a:sym typeface="Noto Sans KR"/>
              </a:rPr>
              <a:t>3명 요청</a:t>
            </a:r>
            <a:endParaRPr sz="1800">
              <a:solidFill>
                <a:srgbClr val="F5F5F7"/>
              </a:solidFill>
              <a:latin typeface="Noto Sans KR"/>
              <a:ea typeface="Noto Sans KR"/>
              <a:cs typeface="Noto Sans KR"/>
              <a:sym typeface="Noto Sans KR"/>
            </a:endParaRPr>
          </a:p>
        </p:txBody>
      </p:sp>
      <p:sp>
        <p:nvSpPr>
          <p:cNvPr id="522" name="Google Shape;522;p20"/>
          <p:cNvSpPr txBox="1"/>
          <p:nvPr/>
        </p:nvSpPr>
        <p:spPr>
          <a:xfrm>
            <a:off x="6718300" y="3403600"/>
            <a:ext cx="1257300" cy="368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500">
                <a:solidFill>
                  <a:srgbClr val="A0A0AA"/>
                </a:solidFill>
                <a:latin typeface="Noto Sans KR"/>
                <a:ea typeface="Noto Sans KR"/>
                <a:cs typeface="Noto Sans KR"/>
                <a:sym typeface="Noto Sans KR"/>
              </a:rPr>
              <a:t>대기 유지</a:t>
            </a:r>
            <a:endParaRPr sz="1500">
              <a:solidFill>
                <a:srgbClr val="A0A0AA"/>
              </a:solidFill>
              <a:latin typeface="Noto Sans KR"/>
              <a:ea typeface="Noto Sans KR"/>
              <a:cs typeface="Noto Sans KR"/>
              <a:sym typeface="Noto Sans KR"/>
            </a:endParaRPr>
          </a:p>
        </p:txBody>
      </p:sp>
      <p:cxnSp>
        <p:nvCxnSpPr>
          <p:cNvPr id="523" name="Google Shape;523;p20"/>
          <p:cNvCxnSpPr/>
          <p:nvPr/>
        </p:nvCxnSpPr>
        <p:spPr>
          <a:xfrm>
            <a:off x="4813300" y="4064000"/>
            <a:ext cx="0" cy="266700"/>
          </a:xfrm>
          <a:prstGeom prst="straightConnector1">
            <a:avLst/>
          </a:prstGeom>
          <a:noFill/>
          <a:ln w="19050" cap="flat" cmpd="sng">
            <a:solidFill>
              <a:srgbClr val="A0A0AA"/>
            </a:solidFill>
            <a:prstDash val="solid"/>
            <a:round/>
            <a:headEnd type="none" w="med" len="med"/>
            <a:tailEnd type="triangle" w="med" len="med"/>
          </a:ln>
        </p:spPr>
      </p:cxnSp>
      <p:sp>
        <p:nvSpPr>
          <p:cNvPr id="524" name="Google Shape;524;p20"/>
          <p:cNvSpPr/>
          <p:nvPr/>
        </p:nvSpPr>
        <p:spPr>
          <a:xfrm>
            <a:off x="4330700" y="4406900"/>
            <a:ext cx="3759300" cy="800100"/>
          </a:xfrm>
          <a:prstGeom prst="roundRect">
            <a:avLst>
              <a:gd name="adj" fmla="val 16667"/>
            </a:avLst>
          </a:prstGeom>
          <a:solidFill>
            <a:srgbClr val="1C1C2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25" name="Google Shape;525;p20"/>
          <p:cNvSpPr txBox="1"/>
          <p:nvPr/>
        </p:nvSpPr>
        <p:spPr>
          <a:xfrm>
            <a:off x="4470400" y="4584700"/>
            <a:ext cx="584100" cy="38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2100" b="1">
                <a:solidFill>
                  <a:srgbClr val="F6C543"/>
                </a:solidFill>
                <a:latin typeface="Noto Sans KR"/>
                <a:ea typeface="Noto Sans KR"/>
                <a:cs typeface="Noto Sans KR"/>
                <a:sym typeface="Noto Sans KR"/>
              </a:rPr>
              <a:t>02</a:t>
            </a:r>
            <a:endParaRPr sz="2100" b="1">
              <a:solidFill>
                <a:srgbClr val="F6C543"/>
              </a:solidFill>
              <a:latin typeface="Noto Sans KR"/>
              <a:ea typeface="Noto Sans KR"/>
              <a:cs typeface="Noto Sans KR"/>
              <a:sym typeface="Noto Sans KR"/>
            </a:endParaRPr>
          </a:p>
        </p:txBody>
      </p:sp>
      <p:sp>
        <p:nvSpPr>
          <p:cNvPr id="526" name="Google Shape;526;p20"/>
          <p:cNvSpPr txBox="1"/>
          <p:nvPr/>
        </p:nvSpPr>
        <p:spPr>
          <a:xfrm>
            <a:off x="5207000" y="4533900"/>
            <a:ext cx="1346100" cy="469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a:solidFill>
                  <a:srgbClr val="F5F5F7"/>
                </a:solidFill>
                <a:latin typeface="Noto Sans KR"/>
                <a:ea typeface="Noto Sans KR"/>
                <a:cs typeface="Noto Sans KR"/>
                <a:sym typeface="Noto Sans KR"/>
              </a:rPr>
              <a:t>2명 요청</a:t>
            </a:r>
            <a:endParaRPr sz="1800">
              <a:solidFill>
                <a:srgbClr val="F5F5F7"/>
              </a:solidFill>
              <a:latin typeface="Noto Sans KR"/>
              <a:ea typeface="Noto Sans KR"/>
              <a:cs typeface="Noto Sans KR"/>
              <a:sym typeface="Noto Sans KR"/>
            </a:endParaRPr>
          </a:p>
        </p:txBody>
      </p:sp>
      <p:sp>
        <p:nvSpPr>
          <p:cNvPr id="527" name="Google Shape;527;p20"/>
          <p:cNvSpPr txBox="1"/>
          <p:nvPr/>
        </p:nvSpPr>
        <p:spPr>
          <a:xfrm>
            <a:off x="6718300" y="4597400"/>
            <a:ext cx="1257300" cy="368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500" b="1">
                <a:solidFill>
                  <a:srgbClr val="F6C543"/>
                </a:solidFill>
                <a:latin typeface="Noto Sans KR"/>
                <a:ea typeface="Noto Sans KR"/>
                <a:cs typeface="Noto Sans KR"/>
                <a:sym typeface="Noto Sans KR"/>
              </a:rPr>
              <a:t>조건 충족</a:t>
            </a:r>
            <a:endParaRPr sz="1500" b="1">
              <a:solidFill>
                <a:srgbClr val="F6C543"/>
              </a:solidFill>
              <a:latin typeface="Noto Sans KR"/>
              <a:ea typeface="Noto Sans KR"/>
              <a:cs typeface="Noto Sans KR"/>
              <a:sym typeface="Noto Sans KR"/>
            </a:endParaRPr>
          </a:p>
        </p:txBody>
      </p:sp>
      <p:cxnSp>
        <p:nvCxnSpPr>
          <p:cNvPr id="528" name="Google Shape;528;p20"/>
          <p:cNvCxnSpPr/>
          <p:nvPr/>
        </p:nvCxnSpPr>
        <p:spPr>
          <a:xfrm>
            <a:off x="8140700" y="4800600"/>
            <a:ext cx="609600" cy="0"/>
          </a:xfrm>
          <a:prstGeom prst="straightConnector1">
            <a:avLst/>
          </a:prstGeom>
          <a:noFill/>
          <a:ln w="19050" cap="flat" cmpd="sng">
            <a:solidFill>
              <a:srgbClr val="F6C543"/>
            </a:solidFill>
            <a:prstDash val="solid"/>
            <a:round/>
            <a:headEnd type="none" w="med" len="med"/>
            <a:tailEnd type="triangle" w="med" len="med"/>
          </a:ln>
        </p:spPr>
      </p:cxnSp>
      <p:sp>
        <p:nvSpPr>
          <p:cNvPr id="529" name="Google Shape;529;p20"/>
          <p:cNvSpPr txBox="1"/>
          <p:nvPr/>
        </p:nvSpPr>
        <p:spPr>
          <a:xfrm>
            <a:off x="8763000" y="2260600"/>
            <a:ext cx="2412900" cy="406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2200" b="1">
                <a:solidFill>
                  <a:srgbClr val="F5F5F7"/>
                </a:solidFill>
                <a:latin typeface="Noto Sans KR"/>
                <a:ea typeface="Noto Sans KR"/>
                <a:cs typeface="Noto Sans KR"/>
                <a:sym typeface="Noto Sans KR"/>
              </a:rPr>
              <a:t>선점 및 알림</a:t>
            </a:r>
            <a:endParaRPr sz="2200" b="1">
              <a:solidFill>
                <a:srgbClr val="F5F5F7"/>
              </a:solidFill>
              <a:latin typeface="Noto Sans KR"/>
              <a:ea typeface="Noto Sans KR"/>
              <a:cs typeface="Noto Sans KR"/>
              <a:sym typeface="Noto Sans KR"/>
            </a:endParaRPr>
          </a:p>
        </p:txBody>
      </p:sp>
      <p:sp>
        <p:nvSpPr>
          <p:cNvPr id="530" name="Google Shape;530;p20"/>
          <p:cNvSpPr txBox="1"/>
          <p:nvPr/>
        </p:nvSpPr>
        <p:spPr>
          <a:xfrm>
            <a:off x="8902700" y="4241800"/>
            <a:ext cx="2209800" cy="3555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700" b="1">
                <a:solidFill>
                  <a:srgbClr val="F6C543"/>
                </a:solidFill>
                <a:latin typeface="Noto Sans KR"/>
                <a:ea typeface="Noto Sans KR"/>
                <a:cs typeface="Noto Sans KR"/>
                <a:sym typeface="Noto Sans KR"/>
              </a:rPr>
              <a:t>02번 대기자</a:t>
            </a:r>
            <a:endParaRPr sz="1700" b="1">
              <a:solidFill>
                <a:srgbClr val="F6C543"/>
              </a:solidFill>
              <a:latin typeface="Noto Sans KR"/>
              <a:ea typeface="Noto Sans KR"/>
              <a:cs typeface="Noto Sans KR"/>
              <a:sym typeface="Noto Sans KR"/>
            </a:endParaRPr>
          </a:p>
        </p:txBody>
      </p:sp>
      <p:sp>
        <p:nvSpPr>
          <p:cNvPr id="531" name="Google Shape;531;p20"/>
          <p:cNvSpPr txBox="1"/>
          <p:nvPr/>
        </p:nvSpPr>
        <p:spPr>
          <a:xfrm>
            <a:off x="8902700" y="4660900"/>
            <a:ext cx="2209800" cy="38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800">
                <a:solidFill>
                  <a:srgbClr val="F5F5F7"/>
                </a:solidFill>
                <a:latin typeface="Noto Sans KR"/>
                <a:ea typeface="Noto Sans KR"/>
                <a:cs typeface="Noto Sans KR"/>
                <a:sym typeface="Noto Sans KR"/>
              </a:rPr>
              <a:t>5분 내 결제</a:t>
            </a:r>
            <a:endParaRPr sz="1800">
              <a:solidFill>
                <a:srgbClr val="F5F5F7"/>
              </a:solidFill>
              <a:latin typeface="Noto Sans KR"/>
              <a:ea typeface="Noto Sans KR"/>
              <a:cs typeface="Noto Sans KR"/>
              <a:sym typeface="Noto Sans KR"/>
            </a:endParaRPr>
          </a:p>
        </p:txBody>
      </p:sp>
      <p:sp>
        <p:nvSpPr>
          <p:cNvPr id="532" name="Google Shape;532;p20"/>
          <p:cNvSpPr txBox="1"/>
          <p:nvPr/>
        </p:nvSpPr>
        <p:spPr>
          <a:xfrm>
            <a:off x="1638300" y="5727700"/>
            <a:ext cx="9067800" cy="431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1600">
                <a:solidFill>
                  <a:srgbClr val="F5F5F7"/>
                </a:solidFill>
                <a:latin typeface="Noto Sans KR"/>
                <a:ea typeface="Noto Sans KR"/>
                <a:cs typeface="Noto Sans KR"/>
                <a:sym typeface="Noto Sans KR"/>
              </a:rPr>
              <a:t>조건을 충족하는 대기자 중 대기번호 순으로 배정</a:t>
            </a:r>
            <a:endParaRPr sz="1600">
              <a:solidFill>
                <a:srgbClr val="F5F5F7"/>
              </a:solidFill>
              <a:latin typeface="Noto Sans KR"/>
              <a:ea typeface="Noto Sans KR"/>
              <a:cs typeface="Noto Sans KR"/>
              <a:sym typeface="Noto Sans KR"/>
            </a:endParaRPr>
          </a:p>
        </p:txBody>
      </p:sp>
      <p:pic>
        <p:nvPicPr>
          <p:cNvPr id="533" name="Google Shape;533;p20"/>
          <p:cNvPicPr preferRelativeResize="0"/>
          <p:nvPr/>
        </p:nvPicPr>
        <p:blipFill>
          <a:blip r:embed="rId3">
            <a:alphaModFix/>
          </a:blip>
          <a:stretch>
            <a:fillRect/>
          </a:stretch>
        </p:blipFill>
        <p:spPr>
          <a:xfrm>
            <a:off x="9110300" y="2886575"/>
            <a:ext cx="1794599" cy="15548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21"/>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540" name="Google Shape;540;p21"/>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b="1" spc="200">
                <a:solidFill>
                  <a:srgbClr val="F6C543"/>
                </a:solidFill>
                <a:latin typeface="Oswald"/>
                <a:ea typeface="Oswald"/>
                <a:cs typeface="Oswald"/>
                <a:sym typeface="Oswald"/>
              </a:rPr>
              <a:t>05 / 예매 및 대기 설계</a:t>
            </a:r>
            <a:endParaRPr sz="1400">
              <a:solidFill>
                <a:schemeClr val="lt1"/>
              </a:solidFill>
              <a:latin typeface="Noto Sans KR"/>
              <a:ea typeface="Noto Sans KR"/>
              <a:cs typeface="Noto Sans KR"/>
              <a:sym typeface="Noto Sans KR"/>
            </a:endParaRPr>
          </a:p>
        </p:txBody>
      </p:sp>
      <p:sp>
        <p:nvSpPr>
          <p:cNvPr id="541" name="Google Shape;541;p21"/>
          <p:cNvSpPr txBox="1">
            <a:spLocks noGrp="1"/>
          </p:cNvSpPr>
          <p:nvPr>
            <p:ph type="title"/>
          </p:nvPr>
        </p:nvSpPr>
        <p:spPr>
          <a:xfrm>
            <a:off x="812800" y="1150627"/>
            <a:ext cx="10883392" cy="49276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5F5F7"/>
              </a:buClr>
              <a:buSzPts val="3200"/>
              <a:buFont typeface="Noto Sans KR"/>
              <a:buNone/>
            </a:pPr>
            <a:r>
              <a:rPr lang="en-US" b="1"/>
              <a:t>접속 대기실</a:t>
            </a:r>
            <a:endParaRPr sz="3200" b="1"/>
          </a:p>
        </p:txBody>
      </p:sp>
      <p:sp>
        <p:nvSpPr>
          <p:cNvPr id="542" name="Google Shape;542;p21"/>
          <p:cNvSpPr/>
          <p:nvPr/>
        </p:nvSpPr>
        <p:spPr>
          <a:xfrm>
            <a:off x="812800" y="6238242"/>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543" name="Google Shape;543;p21"/>
          <p:cNvSpPr/>
          <p:nvPr/>
        </p:nvSpPr>
        <p:spPr>
          <a:xfrm>
            <a:off x="10058400" y="6238242"/>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15</a:t>
            </a:r>
            <a:endParaRPr sz="1200">
              <a:solidFill>
                <a:srgbClr val="8E8E95"/>
              </a:solidFill>
              <a:latin typeface="Oswald"/>
              <a:ea typeface="Oswald"/>
              <a:cs typeface="Oswald"/>
              <a:sym typeface="Oswald"/>
            </a:endParaRPr>
          </a:p>
        </p:txBody>
      </p:sp>
      <p:sp>
        <p:nvSpPr>
          <p:cNvPr id="544" name="Google Shape;544;p21"/>
          <p:cNvSpPr/>
          <p:nvPr/>
        </p:nvSpPr>
        <p:spPr>
          <a:xfrm>
            <a:off x="1536700" y="2590800"/>
            <a:ext cx="203100" cy="203100"/>
          </a:xfrm>
          <a:prstGeom prst="ellipse">
            <a:avLst/>
          </a:prstGeom>
          <a:solidFill>
            <a:srgbClr val="A0A0AA"/>
          </a:solidFill>
          <a:ln w="12700" cap="flat" cmpd="sng">
            <a:solidFill>
              <a:srgbClr val="A0A0A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45" name="Google Shape;545;p21"/>
          <p:cNvSpPr/>
          <p:nvPr/>
        </p:nvSpPr>
        <p:spPr>
          <a:xfrm>
            <a:off x="1435100" y="2882900"/>
            <a:ext cx="406500" cy="381000"/>
          </a:xfrm>
          <a:prstGeom prst="roundRect">
            <a:avLst>
              <a:gd name="adj" fmla="val 16667"/>
            </a:avLst>
          </a:prstGeom>
          <a:solidFill>
            <a:srgbClr val="A0A0AA"/>
          </a:solidFill>
          <a:ln w="12700" cap="flat" cmpd="sng">
            <a:solidFill>
              <a:srgbClr val="A0A0A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46" name="Google Shape;546;p21"/>
          <p:cNvSpPr/>
          <p:nvPr/>
        </p:nvSpPr>
        <p:spPr>
          <a:xfrm>
            <a:off x="1841500" y="2895600"/>
            <a:ext cx="203100" cy="203100"/>
          </a:xfrm>
          <a:prstGeom prst="ellipse">
            <a:avLst/>
          </a:prstGeom>
          <a:solidFill>
            <a:srgbClr val="F5F5F7"/>
          </a:solidFill>
          <a:ln w="12700" cap="flat" cmpd="sng">
            <a:solidFill>
              <a:srgbClr val="F5F5F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47" name="Google Shape;547;p21"/>
          <p:cNvSpPr/>
          <p:nvPr/>
        </p:nvSpPr>
        <p:spPr>
          <a:xfrm>
            <a:off x="1739900" y="3187700"/>
            <a:ext cx="406500" cy="381000"/>
          </a:xfrm>
          <a:prstGeom prst="roundRect">
            <a:avLst>
              <a:gd name="adj" fmla="val 16667"/>
            </a:avLst>
          </a:prstGeom>
          <a:solidFill>
            <a:srgbClr val="F5F5F7"/>
          </a:solidFill>
          <a:ln w="12700" cap="flat" cmpd="sng">
            <a:solidFill>
              <a:srgbClr val="F5F5F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48" name="Google Shape;548;p21"/>
          <p:cNvSpPr txBox="1"/>
          <p:nvPr/>
        </p:nvSpPr>
        <p:spPr>
          <a:xfrm>
            <a:off x="1143000" y="3606800"/>
            <a:ext cx="1422300" cy="381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2100" b="1">
                <a:solidFill>
                  <a:srgbClr val="F5F5F7"/>
                </a:solidFill>
                <a:latin typeface="Noto Sans KR"/>
                <a:ea typeface="Noto Sans KR"/>
                <a:cs typeface="Noto Sans KR"/>
                <a:sym typeface="Noto Sans KR"/>
              </a:rPr>
              <a:t>접속</a:t>
            </a:r>
            <a:endParaRPr sz="2100" b="1">
              <a:solidFill>
                <a:srgbClr val="F5F5F7"/>
              </a:solidFill>
              <a:latin typeface="Noto Sans KR"/>
              <a:ea typeface="Noto Sans KR"/>
              <a:cs typeface="Noto Sans KR"/>
              <a:sym typeface="Noto Sans KR"/>
            </a:endParaRPr>
          </a:p>
        </p:txBody>
      </p:sp>
      <p:cxnSp>
        <p:nvCxnSpPr>
          <p:cNvPr id="549" name="Google Shape;549;p21"/>
          <p:cNvCxnSpPr/>
          <p:nvPr/>
        </p:nvCxnSpPr>
        <p:spPr>
          <a:xfrm>
            <a:off x="2451100" y="3276600"/>
            <a:ext cx="622200" cy="0"/>
          </a:xfrm>
          <a:prstGeom prst="straightConnector1">
            <a:avLst/>
          </a:prstGeom>
          <a:noFill/>
          <a:ln w="16500" cap="flat" cmpd="sng">
            <a:solidFill>
              <a:srgbClr val="A0A0AA"/>
            </a:solidFill>
            <a:prstDash val="solid"/>
            <a:round/>
            <a:headEnd type="none" w="med" len="med"/>
            <a:tailEnd type="triangle" w="med" len="med"/>
          </a:ln>
        </p:spPr>
      </p:cxnSp>
      <p:sp>
        <p:nvSpPr>
          <p:cNvPr id="550" name="Google Shape;550;p21"/>
          <p:cNvSpPr/>
          <p:nvPr/>
        </p:nvSpPr>
        <p:spPr>
          <a:xfrm>
            <a:off x="3289300" y="2667000"/>
            <a:ext cx="2768700" cy="1231800"/>
          </a:xfrm>
          <a:prstGeom prst="roundRect">
            <a:avLst>
              <a:gd name="adj" fmla="val 16667"/>
            </a:avLst>
          </a:prstGeom>
          <a:solidFill>
            <a:srgbClr val="161618"/>
          </a:solidFill>
          <a:ln w="12700" cap="flat" cmpd="sng">
            <a:solidFill>
              <a:srgbClr val="F6C5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51" name="Google Shape;551;p21"/>
          <p:cNvSpPr/>
          <p:nvPr/>
        </p:nvSpPr>
        <p:spPr>
          <a:xfrm>
            <a:off x="3543300" y="2921000"/>
            <a:ext cx="393600" cy="355500"/>
          </a:xfrm>
          <a:prstGeom prst="roundRect">
            <a:avLst>
              <a:gd name="adj" fmla="val 16667"/>
            </a:avLst>
          </a:prstGeom>
          <a:solidFill>
            <a:srgbClr val="3D3D45"/>
          </a:solidFill>
          <a:ln w="12700" cap="flat" cmpd="sng">
            <a:solidFill>
              <a:srgbClr val="3D3D4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52" name="Google Shape;552;p21"/>
          <p:cNvSpPr/>
          <p:nvPr/>
        </p:nvSpPr>
        <p:spPr>
          <a:xfrm>
            <a:off x="4089400" y="2921000"/>
            <a:ext cx="393600" cy="355500"/>
          </a:xfrm>
          <a:prstGeom prst="roundRect">
            <a:avLst>
              <a:gd name="adj" fmla="val 16667"/>
            </a:avLst>
          </a:prstGeom>
          <a:solidFill>
            <a:srgbClr val="3D3D45"/>
          </a:solidFill>
          <a:ln w="12700" cap="flat" cmpd="sng">
            <a:solidFill>
              <a:srgbClr val="3D3D4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53" name="Google Shape;553;p21"/>
          <p:cNvSpPr/>
          <p:nvPr/>
        </p:nvSpPr>
        <p:spPr>
          <a:xfrm>
            <a:off x="4635500" y="2921000"/>
            <a:ext cx="393600" cy="355500"/>
          </a:xfrm>
          <a:prstGeom prst="roundRect">
            <a:avLst>
              <a:gd name="adj" fmla="val 16667"/>
            </a:avLst>
          </a:prstGeom>
          <a:solidFill>
            <a:srgbClr val="3D3D45"/>
          </a:solidFill>
          <a:ln w="12700" cap="flat" cmpd="sng">
            <a:solidFill>
              <a:srgbClr val="3D3D4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54" name="Google Shape;554;p21"/>
          <p:cNvSpPr/>
          <p:nvPr/>
        </p:nvSpPr>
        <p:spPr>
          <a:xfrm>
            <a:off x="5181600" y="2921000"/>
            <a:ext cx="393600" cy="355500"/>
          </a:xfrm>
          <a:prstGeom prst="roundRect">
            <a:avLst>
              <a:gd name="adj" fmla="val 16667"/>
            </a:avLst>
          </a:prstGeom>
          <a:solidFill>
            <a:srgbClr val="F6C543"/>
          </a:solidFill>
          <a:ln w="12700" cap="flat" cmpd="sng">
            <a:solidFill>
              <a:srgbClr val="F6C5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55" name="Google Shape;555;p21"/>
          <p:cNvSpPr txBox="1"/>
          <p:nvPr/>
        </p:nvSpPr>
        <p:spPr>
          <a:xfrm>
            <a:off x="3390900" y="3429000"/>
            <a:ext cx="2565300" cy="368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2000" b="1">
                <a:solidFill>
                  <a:srgbClr val="F6C543"/>
                </a:solidFill>
                <a:latin typeface="Noto Sans KR"/>
                <a:ea typeface="Noto Sans KR"/>
                <a:cs typeface="Noto Sans KR"/>
                <a:sym typeface="Noto Sans KR"/>
              </a:rPr>
              <a:t>대기순번 확인</a:t>
            </a:r>
            <a:endParaRPr sz="2000" b="1">
              <a:solidFill>
                <a:srgbClr val="F6C543"/>
              </a:solidFill>
              <a:latin typeface="Noto Sans KR"/>
              <a:ea typeface="Noto Sans KR"/>
              <a:cs typeface="Noto Sans KR"/>
              <a:sym typeface="Noto Sans KR"/>
            </a:endParaRPr>
          </a:p>
        </p:txBody>
      </p:sp>
      <p:sp>
        <p:nvSpPr>
          <p:cNvPr id="556" name="Google Shape;556;p21"/>
          <p:cNvSpPr txBox="1"/>
          <p:nvPr/>
        </p:nvSpPr>
        <p:spPr>
          <a:xfrm>
            <a:off x="3340100" y="4051300"/>
            <a:ext cx="2667000" cy="317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a:solidFill>
                  <a:srgbClr val="A0A0AA"/>
                </a:solidFill>
                <a:latin typeface="Noto Sans KR"/>
                <a:ea typeface="Noto Sans KR"/>
                <a:cs typeface="Noto Sans KR"/>
                <a:sym typeface="Noto Sans KR"/>
              </a:rPr>
              <a:t>Redis INCR + ZSET</a:t>
            </a:r>
            <a:endParaRPr>
              <a:solidFill>
                <a:srgbClr val="A0A0AA"/>
              </a:solidFill>
              <a:latin typeface="Noto Sans KR"/>
              <a:ea typeface="Noto Sans KR"/>
              <a:cs typeface="Noto Sans KR"/>
              <a:sym typeface="Noto Sans KR"/>
            </a:endParaRPr>
          </a:p>
        </p:txBody>
      </p:sp>
      <p:sp>
        <p:nvSpPr>
          <p:cNvPr id="557" name="Google Shape;557;p21"/>
          <p:cNvSpPr txBox="1"/>
          <p:nvPr/>
        </p:nvSpPr>
        <p:spPr>
          <a:xfrm>
            <a:off x="3238500" y="4419600"/>
            <a:ext cx="2870100" cy="304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300">
                <a:solidFill>
                  <a:srgbClr val="A0A0AA"/>
                </a:solidFill>
                <a:latin typeface="Noto Sans KR"/>
                <a:ea typeface="Noto Sans KR"/>
                <a:cs typeface="Noto Sans KR"/>
                <a:sym typeface="Noto Sans KR"/>
              </a:rPr>
              <a:t>ZRANK로 앞 인원 조회</a:t>
            </a:r>
            <a:endParaRPr sz="1300">
              <a:solidFill>
                <a:srgbClr val="A0A0AA"/>
              </a:solidFill>
              <a:latin typeface="Noto Sans KR"/>
              <a:ea typeface="Noto Sans KR"/>
              <a:cs typeface="Noto Sans KR"/>
              <a:sym typeface="Noto Sans KR"/>
            </a:endParaRPr>
          </a:p>
        </p:txBody>
      </p:sp>
      <p:cxnSp>
        <p:nvCxnSpPr>
          <p:cNvPr id="558" name="Google Shape;558;p21"/>
          <p:cNvCxnSpPr/>
          <p:nvPr/>
        </p:nvCxnSpPr>
        <p:spPr>
          <a:xfrm>
            <a:off x="6273800" y="3276600"/>
            <a:ext cx="584100" cy="0"/>
          </a:xfrm>
          <a:prstGeom prst="straightConnector1">
            <a:avLst/>
          </a:prstGeom>
          <a:noFill/>
          <a:ln w="16500" cap="flat" cmpd="sng">
            <a:solidFill>
              <a:srgbClr val="F6C543"/>
            </a:solidFill>
            <a:prstDash val="solid"/>
            <a:round/>
            <a:headEnd type="none" w="med" len="med"/>
            <a:tailEnd type="triangle" w="med" len="med"/>
          </a:ln>
        </p:spPr>
      </p:cxnSp>
      <p:sp>
        <p:nvSpPr>
          <p:cNvPr id="559" name="Google Shape;559;p21"/>
          <p:cNvSpPr/>
          <p:nvPr/>
        </p:nvSpPr>
        <p:spPr>
          <a:xfrm>
            <a:off x="7239000" y="2679700"/>
            <a:ext cx="88800" cy="723900"/>
          </a:xfrm>
          <a:prstGeom prst="rect">
            <a:avLst/>
          </a:prstGeom>
          <a:solidFill>
            <a:srgbClr val="A0A0AA"/>
          </a:solidFill>
          <a:ln w="12700" cap="flat" cmpd="sng">
            <a:solidFill>
              <a:srgbClr val="A0A0A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60" name="Google Shape;560;p21"/>
          <p:cNvSpPr/>
          <p:nvPr/>
        </p:nvSpPr>
        <p:spPr>
          <a:xfrm>
            <a:off x="7848600" y="2679700"/>
            <a:ext cx="88800" cy="723900"/>
          </a:xfrm>
          <a:prstGeom prst="rect">
            <a:avLst/>
          </a:prstGeom>
          <a:solidFill>
            <a:srgbClr val="A0A0AA"/>
          </a:solidFill>
          <a:ln w="12700" cap="flat" cmpd="sng">
            <a:solidFill>
              <a:srgbClr val="A0A0AA"/>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cxnSp>
        <p:nvCxnSpPr>
          <p:cNvPr id="561" name="Google Shape;561;p21"/>
          <p:cNvCxnSpPr/>
          <p:nvPr/>
        </p:nvCxnSpPr>
        <p:spPr>
          <a:xfrm rot="10800000" flipH="1">
            <a:off x="7302500" y="2463900"/>
            <a:ext cx="533400" cy="317400"/>
          </a:xfrm>
          <a:prstGeom prst="straightConnector1">
            <a:avLst/>
          </a:prstGeom>
          <a:noFill/>
          <a:ln w="16500" cap="flat" cmpd="sng">
            <a:solidFill>
              <a:srgbClr val="F6C543"/>
            </a:solidFill>
            <a:prstDash val="solid"/>
            <a:round/>
            <a:headEnd type="none" w="med" len="med"/>
            <a:tailEnd type="none" w="med" len="med"/>
          </a:ln>
        </p:spPr>
      </p:cxnSp>
      <p:sp>
        <p:nvSpPr>
          <p:cNvPr id="562" name="Google Shape;562;p21"/>
          <p:cNvSpPr txBox="1"/>
          <p:nvPr/>
        </p:nvSpPr>
        <p:spPr>
          <a:xfrm>
            <a:off x="6934200" y="3568700"/>
            <a:ext cx="1320900" cy="368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2000" b="1">
                <a:solidFill>
                  <a:srgbClr val="F5F5F7"/>
                </a:solidFill>
                <a:latin typeface="Noto Sans KR"/>
                <a:ea typeface="Noto Sans KR"/>
                <a:cs typeface="Noto Sans KR"/>
                <a:sym typeface="Noto Sans KR"/>
              </a:rPr>
              <a:t>순차 입장</a:t>
            </a:r>
            <a:endParaRPr sz="2000" b="1">
              <a:solidFill>
                <a:srgbClr val="F5F5F7"/>
              </a:solidFill>
              <a:latin typeface="Noto Sans KR"/>
              <a:ea typeface="Noto Sans KR"/>
              <a:cs typeface="Noto Sans KR"/>
              <a:sym typeface="Noto Sans KR"/>
            </a:endParaRPr>
          </a:p>
        </p:txBody>
      </p:sp>
      <p:sp>
        <p:nvSpPr>
          <p:cNvPr id="563" name="Google Shape;563;p21"/>
          <p:cNvSpPr txBox="1"/>
          <p:nvPr/>
        </p:nvSpPr>
        <p:spPr>
          <a:xfrm>
            <a:off x="6731000" y="4064000"/>
            <a:ext cx="1740000" cy="304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a:solidFill>
                  <a:srgbClr val="F6C543"/>
                </a:solidFill>
                <a:latin typeface="Noto Sans KR"/>
                <a:ea typeface="Noto Sans KR"/>
                <a:cs typeface="Noto Sans KR"/>
                <a:sym typeface="Noto Sans KR"/>
              </a:rPr>
              <a:t>Lua 원자 처리</a:t>
            </a:r>
            <a:endParaRPr>
              <a:solidFill>
                <a:srgbClr val="F6C543"/>
              </a:solidFill>
              <a:latin typeface="Noto Sans KR"/>
              <a:ea typeface="Noto Sans KR"/>
              <a:cs typeface="Noto Sans KR"/>
              <a:sym typeface="Noto Sans KR"/>
            </a:endParaRPr>
          </a:p>
        </p:txBody>
      </p:sp>
      <p:cxnSp>
        <p:nvCxnSpPr>
          <p:cNvPr id="564" name="Google Shape;564;p21"/>
          <p:cNvCxnSpPr/>
          <p:nvPr/>
        </p:nvCxnSpPr>
        <p:spPr>
          <a:xfrm>
            <a:off x="8280400" y="3276600"/>
            <a:ext cx="622200" cy="0"/>
          </a:xfrm>
          <a:prstGeom prst="straightConnector1">
            <a:avLst/>
          </a:prstGeom>
          <a:noFill/>
          <a:ln w="16500" cap="flat" cmpd="sng">
            <a:solidFill>
              <a:srgbClr val="F6C543"/>
            </a:solidFill>
            <a:prstDash val="solid"/>
            <a:round/>
            <a:headEnd type="none" w="med" len="med"/>
            <a:tailEnd type="triangle" w="med" len="med"/>
          </a:ln>
        </p:spPr>
      </p:cxnSp>
      <p:sp>
        <p:nvSpPr>
          <p:cNvPr id="565" name="Google Shape;565;p21"/>
          <p:cNvSpPr/>
          <p:nvPr/>
        </p:nvSpPr>
        <p:spPr>
          <a:xfrm>
            <a:off x="9182100" y="2679700"/>
            <a:ext cx="1536600" cy="736500"/>
          </a:xfrm>
          <a:prstGeom prst="roundRect">
            <a:avLst>
              <a:gd name="adj" fmla="val 16667"/>
            </a:avLst>
          </a:prstGeom>
          <a:solidFill>
            <a:srgbClr val="161618"/>
          </a:solidFill>
          <a:ln w="12700" cap="flat" cmpd="sng">
            <a:solidFill>
              <a:srgbClr val="3D3D4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cxnSp>
        <p:nvCxnSpPr>
          <p:cNvPr id="566" name="Google Shape;566;p21"/>
          <p:cNvCxnSpPr/>
          <p:nvPr/>
        </p:nvCxnSpPr>
        <p:spPr>
          <a:xfrm>
            <a:off x="9372600" y="2857500"/>
            <a:ext cx="952500" cy="0"/>
          </a:xfrm>
          <a:prstGeom prst="straightConnector1">
            <a:avLst/>
          </a:prstGeom>
          <a:noFill/>
          <a:ln w="16500" cap="flat" cmpd="sng">
            <a:solidFill>
              <a:srgbClr val="A0A0AA"/>
            </a:solidFill>
            <a:prstDash val="solid"/>
            <a:round/>
            <a:headEnd type="none" w="med" len="med"/>
            <a:tailEnd type="none" w="med" len="med"/>
          </a:ln>
        </p:spPr>
      </p:cxnSp>
      <p:sp>
        <p:nvSpPr>
          <p:cNvPr id="567" name="Google Shape;567;p21"/>
          <p:cNvSpPr/>
          <p:nvPr/>
        </p:nvSpPr>
        <p:spPr>
          <a:xfrm>
            <a:off x="10426700" y="2819400"/>
            <a:ext cx="63600" cy="63600"/>
          </a:xfrm>
          <a:prstGeom prst="ellipse">
            <a:avLst/>
          </a:prstGeom>
          <a:solidFill>
            <a:srgbClr val="F6C543"/>
          </a:solidFill>
          <a:ln w="12700" cap="flat" cmpd="sng">
            <a:solidFill>
              <a:srgbClr val="F6C5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cxnSp>
        <p:nvCxnSpPr>
          <p:cNvPr id="568" name="Google Shape;568;p21"/>
          <p:cNvCxnSpPr/>
          <p:nvPr/>
        </p:nvCxnSpPr>
        <p:spPr>
          <a:xfrm>
            <a:off x="9372600" y="3035300"/>
            <a:ext cx="952500" cy="0"/>
          </a:xfrm>
          <a:prstGeom prst="straightConnector1">
            <a:avLst/>
          </a:prstGeom>
          <a:noFill/>
          <a:ln w="16500" cap="flat" cmpd="sng">
            <a:solidFill>
              <a:srgbClr val="A0A0AA"/>
            </a:solidFill>
            <a:prstDash val="solid"/>
            <a:round/>
            <a:headEnd type="none" w="med" len="med"/>
            <a:tailEnd type="none" w="med" len="med"/>
          </a:ln>
        </p:spPr>
      </p:cxnSp>
      <p:sp>
        <p:nvSpPr>
          <p:cNvPr id="569" name="Google Shape;569;p21"/>
          <p:cNvSpPr/>
          <p:nvPr/>
        </p:nvSpPr>
        <p:spPr>
          <a:xfrm>
            <a:off x="10426700" y="2997200"/>
            <a:ext cx="63600" cy="63600"/>
          </a:xfrm>
          <a:prstGeom prst="ellipse">
            <a:avLst/>
          </a:prstGeom>
          <a:solidFill>
            <a:srgbClr val="F6C543"/>
          </a:solidFill>
          <a:ln w="12700" cap="flat" cmpd="sng">
            <a:solidFill>
              <a:srgbClr val="F6C5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cxnSp>
        <p:nvCxnSpPr>
          <p:cNvPr id="570" name="Google Shape;570;p21"/>
          <p:cNvCxnSpPr/>
          <p:nvPr/>
        </p:nvCxnSpPr>
        <p:spPr>
          <a:xfrm>
            <a:off x="9372600" y="3213100"/>
            <a:ext cx="952500" cy="0"/>
          </a:xfrm>
          <a:prstGeom prst="straightConnector1">
            <a:avLst/>
          </a:prstGeom>
          <a:noFill/>
          <a:ln w="16500" cap="flat" cmpd="sng">
            <a:solidFill>
              <a:srgbClr val="A0A0AA"/>
            </a:solidFill>
            <a:prstDash val="solid"/>
            <a:round/>
            <a:headEnd type="none" w="med" len="med"/>
            <a:tailEnd type="none" w="med" len="med"/>
          </a:ln>
        </p:spPr>
      </p:cxnSp>
      <p:sp>
        <p:nvSpPr>
          <p:cNvPr id="571" name="Google Shape;571;p21"/>
          <p:cNvSpPr/>
          <p:nvPr/>
        </p:nvSpPr>
        <p:spPr>
          <a:xfrm>
            <a:off x="10426700" y="3175000"/>
            <a:ext cx="63600" cy="63600"/>
          </a:xfrm>
          <a:prstGeom prst="ellipse">
            <a:avLst/>
          </a:prstGeom>
          <a:solidFill>
            <a:srgbClr val="F6C543"/>
          </a:solidFill>
          <a:ln w="12700" cap="flat" cmpd="sng">
            <a:solidFill>
              <a:srgbClr val="F6C54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572" name="Google Shape;572;p21"/>
          <p:cNvSpPr txBox="1"/>
          <p:nvPr/>
        </p:nvSpPr>
        <p:spPr>
          <a:xfrm>
            <a:off x="9067800" y="3568700"/>
            <a:ext cx="1778100" cy="368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2000" b="1">
                <a:solidFill>
                  <a:srgbClr val="F5F5F7"/>
                </a:solidFill>
                <a:latin typeface="Noto Sans KR"/>
                <a:ea typeface="Noto Sans KR"/>
                <a:cs typeface="Noto Sans KR"/>
                <a:sym typeface="Noto Sans KR"/>
              </a:rPr>
              <a:t>서비스 이용</a:t>
            </a:r>
            <a:endParaRPr sz="2000" b="1">
              <a:solidFill>
                <a:srgbClr val="F5F5F7"/>
              </a:solidFill>
              <a:latin typeface="Noto Sans KR"/>
              <a:ea typeface="Noto Sans KR"/>
              <a:cs typeface="Noto Sans KR"/>
              <a:sym typeface="Noto Sans KR"/>
            </a:endParaRPr>
          </a:p>
        </p:txBody>
      </p:sp>
      <p:sp>
        <p:nvSpPr>
          <p:cNvPr id="573" name="Google Shape;573;p21"/>
          <p:cNvSpPr txBox="1"/>
          <p:nvPr/>
        </p:nvSpPr>
        <p:spPr>
          <a:xfrm>
            <a:off x="9067800" y="4064000"/>
            <a:ext cx="1778100" cy="304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a:solidFill>
                  <a:srgbClr val="A0A0AA"/>
                </a:solidFill>
                <a:latin typeface="Noto Sans KR"/>
                <a:ea typeface="Noto Sans KR"/>
                <a:cs typeface="Noto Sans KR"/>
                <a:sym typeface="Noto Sans KR"/>
              </a:rPr>
              <a:t>업무 API 입장권 확인</a:t>
            </a:r>
            <a:endParaRPr>
              <a:solidFill>
                <a:srgbClr val="A0A0AA"/>
              </a:solidFill>
              <a:latin typeface="Noto Sans KR"/>
              <a:ea typeface="Noto Sans KR"/>
              <a:cs typeface="Noto Sans KR"/>
              <a:sym typeface="Noto Sans KR"/>
            </a:endParaRPr>
          </a:p>
        </p:txBody>
      </p:sp>
      <p:cxnSp>
        <p:nvCxnSpPr>
          <p:cNvPr id="574" name="Google Shape;574;p21"/>
          <p:cNvCxnSpPr/>
          <p:nvPr/>
        </p:nvCxnSpPr>
        <p:spPr>
          <a:xfrm>
            <a:off x="6985000" y="4699000"/>
            <a:ext cx="3555900" cy="0"/>
          </a:xfrm>
          <a:prstGeom prst="straightConnector1">
            <a:avLst/>
          </a:prstGeom>
          <a:noFill/>
          <a:ln w="16500" cap="flat" cmpd="sng">
            <a:solidFill>
              <a:srgbClr val="3D3D45"/>
            </a:solidFill>
            <a:prstDash val="solid"/>
            <a:round/>
            <a:headEnd type="none" w="med" len="med"/>
            <a:tailEnd type="none" w="med" len="med"/>
          </a:ln>
        </p:spPr>
      </p:cxnSp>
      <p:sp>
        <p:nvSpPr>
          <p:cNvPr id="575" name="Google Shape;575;p21"/>
          <p:cNvSpPr txBox="1"/>
          <p:nvPr/>
        </p:nvSpPr>
        <p:spPr>
          <a:xfrm>
            <a:off x="6870700" y="4864100"/>
            <a:ext cx="1828800" cy="317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a:solidFill>
                  <a:srgbClr val="A0A0AA"/>
                </a:solidFill>
                <a:latin typeface="Noto Sans KR"/>
                <a:ea typeface="Noto Sans KR"/>
                <a:cs typeface="Noto Sans KR"/>
                <a:sym typeface="Noto Sans KR"/>
              </a:rPr>
              <a:t>동시 인원 제한</a:t>
            </a:r>
            <a:endParaRPr>
              <a:solidFill>
                <a:srgbClr val="A0A0AA"/>
              </a:solidFill>
              <a:latin typeface="Noto Sans KR"/>
              <a:ea typeface="Noto Sans KR"/>
              <a:cs typeface="Noto Sans KR"/>
              <a:sym typeface="Noto Sans KR"/>
            </a:endParaRPr>
          </a:p>
        </p:txBody>
      </p:sp>
      <p:sp>
        <p:nvSpPr>
          <p:cNvPr id="576" name="Google Shape;576;p21"/>
          <p:cNvSpPr txBox="1"/>
          <p:nvPr/>
        </p:nvSpPr>
        <p:spPr>
          <a:xfrm>
            <a:off x="8775700" y="4864100"/>
            <a:ext cx="1828800" cy="317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a:solidFill>
                  <a:srgbClr val="A0A0AA"/>
                </a:solidFill>
                <a:latin typeface="Noto Sans KR"/>
                <a:ea typeface="Noto Sans KR"/>
                <a:cs typeface="Noto Sans KR"/>
                <a:sym typeface="Noto Sans KR"/>
              </a:rPr>
              <a:t>초당 입장 제한</a:t>
            </a:r>
            <a:endParaRPr>
              <a:solidFill>
                <a:srgbClr val="A0A0AA"/>
              </a:solidFill>
              <a:latin typeface="Noto Sans KR"/>
              <a:ea typeface="Noto Sans KR"/>
              <a:cs typeface="Noto Sans KR"/>
              <a:sym typeface="Noto Sans KR"/>
            </a:endParaRPr>
          </a:p>
        </p:txBody>
      </p:sp>
      <p:sp>
        <p:nvSpPr>
          <p:cNvPr id="577" name="Google Shape;577;p21"/>
          <p:cNvSpPr txBox="1"/>
          <p:nvPr/>
        </p:nvSpPr>
        <p:spPr>
          <a:xfrm>
            <a:off x="1638300" y="5740400"/>
            <a:ext cx="9067800" cy="431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US" sz="1600">
                <a:solidFill>
                  <a:srgbClr val="F5F5F7"/>
                </a:solidFill>
                <a:latin typeface="Noto Sans KR"/>
                <a:ea typeface="Noto Sans KR"/>
                <a:cs typeface="Noto Sans KR"/>
                <a:sym typeface="Noto Sans KR"/>
              </a:rPr>
              <a:t>트래픽 집중 대비 — 입장 한도에 도달하면 대기 화면 안내</a:t>
            </a:r>
            <a:endParaRPr sz="1600">
              <a:solidFill>
                <a:srgbClr val="F5F5F7"/>
              </a:solidFill>
              <a:latin typeface="Noto Sans KR"/>
              <a:ea typeface="Noto Sans KR"/>
              <a:cs typeface="Noto Sans KR"/>
              <a:sym typeface="Noto Sans K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pic>
        <p:nvPicPr>
          <p:cNvPr id="582" name="Google Shape;582;p22"/>
          <p:cNvPicPr preferRelativeResize="0"/>
          <p:nvPr/>
        </p:nvPicPr>
        <p:blipFill>
          <a:blip r:embed="rId3">
            <a:alphaModFix/>
          </a:blip>
          <a:stretch>
            <a:fillRect/>
          </a:stretch>
        </p:blipFill>
        <p:spPr>
          <a:xfrm>
            <a:off x="0" y="0"/>
            <a:ext cx="12192000" cy="68579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pic>
        <p:nvPicPr>
          <p:cNvPr id="587" name="Google Shape;587;p23"/>
          <p:cNvPicPr preferRelativeResize="0"/>
          <p:nvPr/>
        </p:nvPicPr>
        <p:blipFill>
          <a:blip r:embed="rId3">
            <a:alphaModFix/>
          </a:blip>
          <a:stretch>
            <a:fillRect/>
          </a:stretch>
        </p:blipFill>
        <p:spPr>
          <a:xfrm>
            <a:off x="0" y="0"/>
            <a:ext cx="12192000" cy="68579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pic>
        <p:nvPicPr>
          <p:cNvPr id="592" name="Google Shape;592;p24"/>
          <p:cNvPicPr preferRelativeResize="0"/>
          <p:nvPr/>
        </p:nvPicPr>
        <p:blipFill>
          <a:blip r:embed="rId3">
            <a:alphaModFix/>
          </a:blip>
          <a:stretch>
            <a:fillRect/>
          </a:stretch>
        </p:blipFill>
        <p:spPr>
          <a:xfrm>
            <a:off x="0" y="0"/>
            <a:ext cx="12192000" cy="68579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25"/>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599" name="Google Shape;599;p25"/>
          <p:cNvSpPr/>
          <p:nvPr/>
        </p:nvSpPr>
        <p:spPr>
          <a:xfrm>
            <a:off x="812800" y="812800"/>
            <a:ext cx="10800000" cy="274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b="1" spc="200">
                <a:solidFill>
                  <a:srgbClr val="F6C543"/>
                </a:solidFill>
                <a:latin typeface="Oswald"/>
                <a:ea typeface="Oswald"/>
                <a:cs typeface="Oswald"/>
                <a:sym typeface="Oswald"/>
              </a:rPr>
              <a:t>07 / 개선 결과</a:t>
            </a:r>
            <a:endParaRPr sz="1400">
              <a:solidFill>
                <a:schemeClr val="lt1"/>
              </a:solidFill>
              <a:latin typeface="Noto Sans KR"/>
              <a:ea typeface="Noto Sans KR"/>
              <a:cs typeface="Noto Sans KR"/>
              <a:sym typeface="Noto Sans KR"/>
            </a:endParaRPr>
          </a:p>
        </p:txBody>
      </p:sp>
      <p:sp>
        <p:nvSpPr>
          <p:cNvPr id="600" name="Google Shape;600;p25"/>
          <p:cNvSpPr txBox="1">
            <a:spLocks noGrp="1"/>
          </p:cNvSpPr>
          <p:nvPr>
            <p:ph type="title"/>
          </p:nvPr>
        </p:nvSpPr>
        <p:spPr>
          <a:xfrm>
            <a:off x="812800" y="1150627"/>
            <a:ext cx="10800000" cy="492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5F5F7"/>
              </a:buClr>
              <a:buSzPts val="3200"/>
              <a:buFont typeface="Noto Sans KR"/>
              <a:buNone/>
            </a:pPr>
            <a:r>
              <a:rPr lang="en-US" b="1" spc="-50"/>
              <a:t>DB 조회 비용 감소</a:t>
            </a:r>
            <a:endParaRPr sz="3200"/>
          </a:p>
        </p:txBody>
      </p:sp>
      <p:sp>
        <p:nvSpPr>
          <p:cNvPr id="601" name="Google Shape;601;p25"/>
          <p:cNvSpPr/>
          <p:nvPr/>
        </p:nvSpPr>
        <p:spPr>
          <a:xfrm>
            <a:off x="812800" y="6238242"/>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602" name="Google Shape;602;p25"/>
          <p:cNvSpPr/>
          <p:nvPr/>
        </p:nvSpPr>
        <p:spPr>
          <a:xfrm>
            <a:off x="10058400" y="6238242"/>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19</a:t>
            </a:r>
            <a:endParaRPr sz="1200">
              <a:solidFill>
                <a:srgbClr val="8E8E95"/>
              </a:solidFill>
              <a:latin typeface="Oswald"/>
              <a:ea typeface="Oswald"/>
              <a:cs typeface="Oswald"/>
              <a:sym typeface="Oswald"/>
            </a:endParaRPr>
          </a:p>
        </p:txBody>
      </p:sp>
      <p:sp>
        <p:nvSpPr>
          <p:cNvPr id="603" name="Google Shape;603;p25"/>
          <p:cNvSpPr txBox="1"/>
          <p:nvPr/>
        </p:nvSpPr>
        <p:spPr>
          <a:xfrm>
            <a:off x="812800" y="2451100"/>
            <a:ext cx="1460400" cy="86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900" b="1">
                <a:solidFill>
                  <a:srgbClr val="F5F5F7"/>
                </a:solidFill>
                <a:latin typeface="Noto Sans KR"/>
                <a:ea typeface="Noto Sans KR"/>
                <a:cs typeface="Noto Sans KR"/>
                <a:sym typeface="Noto Sans KR"/>
              </a:rPr>
              <a:t>대기순번</a:t>
            </a:r>
            <a:endParaRPr sz="1900" b="1">
              <a:solidFill>
                <a:srgbClr val="F5F5F7"/>
              </a:solidFill>
              <a:latin typeface="Noto Sans KR"/>
              <a:ea typeface="Noto Sans KR"/>
              <a:cs typeface="Noto Sans KR"/>
              <a:sym typeface="Noto Sans KR"/>
            </a:endParaRPr>
          </a:p>
        </p:txBody>
      </p:sp>
      <p:sp>
        <p:nvSpPr>
          <p:cNvPr id="604" name="Google Shape;604;p25"/>
          <p:cNvSpPr txBox="1"/>
          <p:nvPr/>
        </p:nvSpPr>
        <p:spPr>
          <a:xfrm>
            <a:off x="10147300" y="2705100"/>
            <a:ext cx="1308000" cy="330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a:solidFill>
                  <a:srgbClr val="A0A0AA"/>
                </a:solidFill>
                <a:latin typeface="Noto Sans KR"/>
                <a:ea typeface="Noto Sans KR"/>
                <a:cs typeface="Noto Sans KR"/>
                <a:sym typeface="Noto Sans KR"/>
              </a:rPr>
              <a:t>128.5행</a:t>
            </a:r>
            <a:endParaRPr>
              <a:solidFill>
                <a:srgbClr val="A0A0AA"/>
              </a:solidFill>
              <a:latin typeface="Noto Sans KR"/>
              <a:ea typeface="Noto Sans KR"/>
              <a:cs typeface="Noto Sans KR"/>
              <a:sym typeface="Noto Sans KR"/>
            </a:endParaRPr>
          </a:p>
        </p:txBody>
      </p:sp>
      <p:sp>
        <p:nvSpPr>
          <p:cNvPr id="605" name="Google Shape;605;p25"/>
          <p:cNvSpPr txBox="1"/>
          <p:nvPr/>
        </p:nvSpPr>
        <p:spPr>
          <a:xfrm>
            <a:off x="7747000" y="2443982"/>
            <a:ext cx="3632100" cy="279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200">
                <a:solidFill>
                  <a:srgbClr val="A0A0AA"/>
                </a:solidFill>
                <a:latin typeface="Noto Sans KR"/>
                <a:ea typeface="Noto Sans KR"/>
                <a:cs typeface="Noto Sans KR"/>
                <a:sym typeface="Noto Sans KR"/>
              </a:rPr>
              <a:t>DB 결과 행 / 요청</a:t>
            </a:r>
            <a:endParaRPr sz="1200">
              <a:solidFill>
                <a:srgbClr val="A0A0AA"/>
              </a:solidFill>
              <a:latin typeface="Noto Sans KR"/>
              <a:ea typeface="Noto Sans KR"/>
              <a:cs typeface="Noto Sans KR"/>
              <a:sym typeface="Noto Sans KR"/>
            </a:endParaRPr>
          </a:p>
        </p:txBody>
      </p:sp>
      <p:sp>
        <p:nvSpPr>
          <p:cNvPr id="606" name="Google Shape;606;p25"/>
          <p:cNvSpPr txBox="1"/>
          <p:nvPr/>
        </p:nvSpPr>
        <p:spPr>
          <a:xfrm>
            <a:off x="10147300" y="3048000"/>
            <a:ext cx="1308000" cy="330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b="1">
                <a:solidFill>
                  <a:srgbClr val="F6C543"/>
                </a:solidFill>
                <a:latin typeface="Noto Sans KR"/>
                <a:ea typeface="Noto Sans KR"/>
                <a:cs typeface="Noto Sans KR"/>
                <a:sym typeface="Noto Sans KR"/>
              </a:rPr>
              <a:t>3행</a:t>
            </a:r>
            <a:endParaRPr b="1">
              <a:solidFill>
                <a:srgbClr val="F6C543"/>
              </a:solidFill>
              <a:latin typeface="Noto Sans KR"/>
              <a:ea typeface="Noto Sans KR"/>
              <a:cs typeface="Noto Sans KR"/>
              <a:sym typeface="Noto Sans KR"/>
            </a:endParaRPr>
          </a:p>
        </p:txBody>
      </p:sp>
      <p:sp>
        <p:nvSpPr>
          <p:cNvPr id="607" name="Google Shape;607;p25"/>
          <p:cNvSpPr txBox="1"/>
          <p:nvPr/>
        </p:nvSpPr>
        <p:spPr>
          <a:xfrm>
            <a:off x="4660900" y="2451100"/>
            <a:ext cx="2768700" cy="86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Redis Sorted Set</a:t>
            </a:r>
            <a:endParaRPr sz="1600" b="1">
              <a:solidFill>
                <a:srgbClr val="F5F5F7"/>
              </a:solidFill>
              <a:latin typeface="Noto Sans KR"/>
              <a:ea typeface="Noto Sans KR"/>
              <a:cs typeface="Noto Sans KR"/>
              <a:sym typeface="Noto Sans KR"/>
            </a:endParaRPr>
          </a:p>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앞선 인원만 계산</a:t>
            </a:r>
            <a:endParaRPr sz="1600" b="1">
              <a:solidFill>
                <a:srgbClr val="F5F5F7"/>
              </a:solidFill>
              <a:latin typeface="Noto Sans KR"/>
              <a:ea typeface="Noto Sans KR"/>
              <a:cs typeface="Noto Sans KR"/>
              <a:sym typeface="Noto Sans KR"/>
            </a:endParaRPr>
          </a:p>
        </p:txBody>
      </p:sp>
      <p:sp>
        <p:nvSpPr>
          <p:cNvPr id="608" name="Google Shape;608;p25"/>
          <p:cNvSpPr txBox="1"/>
          <p:nvPr/>
        </p:nvSpPr>
        <p:spPr>
          <a:xfrm>
            <a:off x="2311400" y="2451100"/>
            <a:ext cx="1905000" cy="86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a:solidFill>
                  <a:srgbClr val="A0A0AA"/>
                </a:solidFill>
                <a:latin typeface="Noto Sans KR"/>
                <a:ea typeface="Noto Sans KR"/>
                <a:cs typeface="Noto Sans KR"/>
                <a:sym typeface="Noto Sans KR"/>
              </a:rPr>
              <a:t>DB에서 앞 대기자</a:t>
            </a:r>
            <a:endParaRPr sz="1600">
              <a:solidFill>
                <a:srgbClr val="A0A0AA"/>
              </a:solidFill>
              <a:latin typeface="Noto Sans KR"/>
              <a:ea typeface="Noto Sans KR"/>
              <a:cs typeface="Noto Sans KR"/>
              <a:sym typeface="Noto Sans KR"/>
            </a:endParaRPr>
          </a:p>
          <a:p>
            <a:pPr marL="0" lvl="0" indent="0" algn="l" rtl="0">
              <a:lnSpc>
                <a:spcPct val="115000"/>
              </a:lnSpc>
              <a:spcBef>
                <a:spcPts val="0"/>
              </a:spcBef>
              <a:spcAft>
                <a:spcPts val="0"/>
              </a:spcAft>
              <a:buNone/>
            </a:pPr>
            <a:r>
              <a:rPr lang="en-US" sz="1600">
                <a:solidFill>
                  <a:srgbClr val="A0A0AA"/>
                </a:solidFill>
                <a:latin typeface="Noto Sans KR"/>
                <a:ea typeface="Noto Sans KR"/>
                <a:cs typeface="Noto Sans KR"/>
                <a:sym typeface="Noto Sans KR"/>
              </a:rPr>
              <a:t>목록 조회</a:t>
            </a:r>
            <a:endParaRPr sz="1600">
              <a:solidFill>
                <a:srgbClr val="A0A0AA"/>
              </a:solidFill>
              <a:latin typeface="Noto Sans KR"/>
              <a:ea typeface="Noto Sans KR"/>
              <a:cs typeface="Noto Sans KR"/>
              <a:sym typeface="Noto Sans KR"/>
            </a:endParaRPr>
          </a:p>
        </p:txBody>
      </p:sp>
      <p:sp>
        <p:nvSpPr>
          <p:cNvPr id="609" name="Google Shape;609;p25"/>
          <p:cNvSpPr/>
          <p:nvPr/>
        </p:nvSpPr>
        <p:spPr>
          <a:xfrm>
            <a:off x="812800" y="3479800"/>
            <a:ext cx="10566300" cy="12600"/>
          </a:xfrm>
          <a:prstGeom prst="rect">
            <a:avLst/>
          </a:prstGeom>
          <a:solidFill>
            <a:srgbClr val="30303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10" name="Google Shape;610;p25"/>
          <p:cNvSpPr txBox="1"/>
          <p:nvPr/>
        </p:nvSpPr>
        <p:spPr>
          <a:xfrm>
            <a:off x="812800" y="3530600"/>
            <a:ext cx="1460400" cy="86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900" b="1">
                <a:solidFill>
                  <a:srgbClr val="F5F5F7"/>
                </a:solidFill>
                <a:latin typeface="Noto Sans KR"/>
                <a:ea typeface="Noto Sans KR"/>
                <a:cs typeface="Noto Sans KR"/>
                <a:sym typeface="Noto Sans KR"/>
              </a:rPr>
              <a:t>좌석도</a:t>
            </a:r>
            <a:endParaRPr sz="1900" b="1">
              <a:solidFill>
                <a:srgbClr val="F5F5F7"/>
              </a:solidFill>
              <a:latin typeface="Noto Sans KR"/>
              <a:ea typeface="Noto Sans KR"/>
              <a:cs typeface="Noto Sans KR"/>
              <a:sym typeface="Noto Sans KR"/>
            </a:endParaRPr>
          </a:p>
        </p:txBody>
      </p:sp>
      <p:sp>
        <p:nvSpPr>
          <p:cNvPr id="611" name="Google Shape;611;p25"/>
          <p:cNvSpPr txBox="1"/>
          <p:nvPr/>
        </p:nvSpPr>
        <p:spPr>
          <a:xfrm>
            <a:off x="10147300" y="3784600"/>
            <a:ext cx="1308000" cy="330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a:solidFill>
                  <a:srgbClr val="A0A0AA"/>
                </a:solidFill>
                <a:latin typeface="Noto Sans KR"/>
                <a:ea typeface="Noto Sans KR"/>
                <a:cs typeface="Noto Sans KR"/>
                <a:sym typeface="Noto Sans KR"/>
              </a:rPr>
              <a:t>2회</a:t>
            </a:r>
            <a:endParaRPr>
              <a:solidFill>
                <a:srgbClr val="A0A0AA"/>
              </a:solidFill>
              <a:latin typeface="Noto Sans KR"/>
              <a:ea typeface="Noto Sans KR"/>
              <a:cs typeface="Noto Sans KR"/>
              <a:sym typeface="Noto Sans KR"/>
            </a:endParaRPr>
          </a:p>
        </p:txBody>
      </p:sp>
      <p:sp>
        <p:nvSpPr>
          <p:cNvPr id="612" name="Google Shape;612;p25"/>
          <p:cNvSpPr txBox="1"/>
          <p:nvPr/>
        </p:nvSpPr>
        <p:spPr>
          <a:xfrm>
            <a:off x="7747000" y="3538042"/>
            <a:ext cx="3632100" cy="279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200">
                <a:solidFill>
                  <a:srgbClr val="A0A0AA"/>
                </a:solidFill>
                <a:latin typeface="Noto Sans KR"/>
                <a:ea typeface="Noto Sans KR"/>
                <a:cs typeface="Noto Sans KR"/>
                <a:sym typeface="Noto Sans KR"/>
              </a:rPr>
              <a:t>SQL 실행 / 요청</a:t>
            </a:r>
            <a:endParaRPr sz="1200">
              <a:solidFill>
                <a:srgbClr val="A0A0AA"/>
              </a:solidFill>
              <a:latin typeface="Noto Sans KR"/>
              <a:ea typeface="Noto Sans KR"/>
              <a:cs typeface="Noto Sans KR"/>
              <a:sym typeface="Noto Sans KR"/>
            </a:endParaRPr>
          </a:p>
        </p:txBody>
      </p:sp>
      <p:sp>
        <p:nvSpPr>
          <p:cNvPr id="613" name="Google Shape;613;p25"/>
          <p:cNvSpPr txBox="1"/>
          <p:nvPr/>
        </p:nvSpPr>
        <p:spPr>
          <a:xfrm>
            <a:off x="10147300" y="4127500"/>
            <a:ext cx="1308000" cy="330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b="1">
                <a:solidFill>
                  <a:srgbClr val="F6C543"/>
                </a:solidFill>
                <a:latin typeface="Noto Sans KR"/>
                <a:ea typeface="Noto Sans KR"/>
                <a:cs typeface="Noto Sans KR"/>
                <a:sym typeface="Noto Sans KR"/>
              </a:rPr>
              <a:t>0.1회</a:t>
            </a:r>
            <a:endParaRPr b="1">
              <a:solidFill>
                <a:srgbClr val="F6C543"/>
              </a:solidFill>
              <a:latin typeface="Noto Sans KR"/>
              <a:ea typeface="Noto Sans KR"/>
              <a:cs typeface="Noto Sans KR"/>
              <a:sym typeface="Noto Sans KR"/>
            </a:endParaRPr>
          </a:p>
        </p:txBody>
      </p:sp>
      <p:sp>
        <p:nvSpPr>
          <p:cNvPr id="614" name="Google Shape;614;p25"/>
          <p:cNvSpPr txBox="1"/>
          <p:nvPr/>
        </p:nvSpPr>
        <p:spPr>
          <a:xfrm>
            <a:off x="4660900" y="3530600"/>
            <a:ext cx="2768700" cy="86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응답을 2초간 캐싱</a:t>
            </a:r>
            <a:endParaRPr sz="1600" b="1">
              <a:solidFill>
                <a:srgbClr val="F5F5F7"/>
              </a:solidFill>
              <a:latin typeface="Noto Sans KR"/>
              <a:ea typeface="Noto Sans KR"/>
              <a:cs typeface="Noto Sans KR"/>
              <a:sym typeface="Noto Sans KR"/>
            </a:endParaRPr>
          </a:p>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같은 좌석도 재사용</a:t>
            </a:r>
            <a:endParaRPr sz="1600" b="1">
              <a:solidFill>
                <a:srgbClr val="F5F5F7"/>
              </a:solidFill>
              <a:latin typeface="Noto Sans KR"/>
              <a:ea typeface="Noto Sans KR"/>
              <a:cs typeface="Noto Sans KR"/>
              <a:sym typeface="Noto Sans KR"/>
            </a:endParaRPr>
          </a:p>
        </p:txBody>
      </p:sp>
      <p:sp>
        <p:nvSpPr>
          <p:cNvPr id="615" name="Google Shape;615;p25"/>
          <p:cNvSpPr txBox="1"/>
          <p:nvPr/>
        </p:nvSpPr>
        <p:spPr>
          <a:xfrm>
            <a:off x="2311400" y="3530600"/>
            <a:ext cx="1905000" cy="86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a:solidFill>
                  <a:srgbClr val="A0A0AA"/>
                </a:solidFill>
                <a:latin typeface="Noto Sans KR"/>
                <a:ea typeface="Noto Sans KR"/>
                <a:cs typeface="Noto Sans KR"/>
                <a:sym typeface="Noto Sans KR"/>
              </a:rPr>
              <a:t>요청마다 DB에서</a:t>
            </a:r>
            <a:endParaRPr sz="1600">
              <a:solidFill>
                <a:srgbClr val="A0A0AA"/>
              </a:solidFill>
              <a:latin typeface="Noto Sans KR"/>
              <a:ea typeface="Noto Sans KR"/>
              <a:cs typeface="Noto Sans KR"/>
              <a:sym typeface="Noto Sans KR"/>
            </a:endParaRPr>
          </a:p>
          <a:p>
            <a:pPr marL="0" lvl="0" indent="0" algn="l" rtl="0">
              <a:lnSpc>
                <a:spcPct val="115000"/>
              </a:lnSpc>
              <a:spcBef>
                <a:spcPts val="0"/>
              </a:spcBef>
              <a:spcAft>
                <a:spcPts val="0"/>
              </a:spcAft>
              <a:buNone/>
            </a:pPr>
            <a:r>
              <a:rPr lang="en-US" sz="1600">
                <a:solidFill>
                  <a:srgbClr val="A0A0AA"/>
                </a:solidFill>
                <a:latin typeface="Noto Sans KR"/>
                <a:ea typeface="Noto Sans KR"/>
                <a:cs typeface="Noto Sans KR"/>
                <a:sym typeface="Noto Sans KR"/>
              </a:rPr>
              <a:t>좌석도 조회</a:t>
            </a:r>
            <a:endParaRPr sz="1600">
              <a:solidFill>
                <a:srgbClr val="A0A0AA"/>
              </a:solidFill>
              <a:latin typeface="Noto Sans KR"/>
              <a:ea typeface="Noto Sans KR"/>
              <a:cs typeface="Noto Sans KR"/>
              <a:sym typeface="Noto Sans KR"/>
            </a:endParaRPr>
          </a:p>
        </p:txBody>
      </p:sp>
      <p:sp>
        <p:nvSpPr>
          <p:cNvPr id="616" name="Google Shape;616;p25"/>
          <p:cNvSpPr/>
          <p:nvPr/>
        </p:nvSpPr>
        <p:spPr>
          <a:xfrm>
            <a:off x="812800" y="4559300"/>
            <a:ext cx="10566300" cy="12600"/>
          </a:xfrm>
          <a:prstGeom prst="rect">
            <a:avLst/>
          </a:prstGeom>
          <a:solidFill>
            <a:srgbClr val="30303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17" name="Google Shape;617;p25"/>
          <p:cNvSpPr txBox="1"/>
          <p:nvPr/>
        </p:nvSpPr>
        <p:spPr>
          <a:xfrm>
            <a:off x="812800" y="4610100"/>
            <a:ext cx="1460400" cy="86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900" b="1">
                <a:solidFill>
                  <a:srgbClr val="F5F5F7"/>
                </a:solidFill>
                <a:latin typeface="Noto Sans KR"/>
                <a:ea typeface="Noto Sans KR"/>
                <a:cs typeface="Noto Sans KR"/>
                <a:sym typeface="Noto Sans KR"/>
              </a:rPr>
              <a:t>상영시간표</a:t>
            </a:r>
            <a:endParaRPr sz="1900" b="1">
              <a:solidFill>
                <a:srgbClr val="F5F5F7"/>
              </a:solidFill>
              <a:latin typeface="Noto Sans KR"/>
              <a:ea typeface="Noto Sans KR"/>
              <a:cs typeface="Noto Sans KR"/>
              <a:sym typeface="Noto Sans KR"/>
            </a:endParaRPr>
          </a:p>
        </p:txBody>
      </p:sp>
      <p:sp>
        <p:nvSpPr>
          <p:cNvPr id="618" name="Google Shape;618;p25"/>
          <p:cNvSpPr txBox="1"/>
          <p:nvPr/>
        </p:nvSpPr>
        <p:spPr>
          <a:xfrm>
            <a:off x="10147300" y="4864100"/>
            <a:ext cx="1308000" cy="330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a:solidFill>
                  <a:srgbClr val="A0A0AA"/>
                </a:solidFill>
                <a:latin typeface="Noto Sans KR"/>
                <a:ea typeface="Noto Sans KR"/>
                <a:cs typeface="Noto Sans KR"/>
                <a:sym typeface="Noto Sans KR"/>
              </a:rPr>
              <a:t>2,400행</a:t>
            </a:r>
            <a:endParaRPr>
              <a:solidFill>
                <a:srgbClr val="A0A0AA"/>
              </a:solidFill>
              <a:latin typeface="Noto Sans KR"/>
              <a:ea typeface="Noto Sans KR"/>
              <a:cs typeface="Noto Sans KR"/>
              <a:sym typeface="Noto Sans KR"/>
            </a:endParaRPr>
          </a:p>
        </p:txBody>
      </p:sp>
      <p:sp>
        <p:nvSpPr>
          <p:cNvPr id="619" name="Google Shape;619;p25"/>
          <p:cNvSpPr txBox="1"/>
          <p:nvPr/>
        </p:nvSpPr>
        <p:spPr>
          <a:xfrm>
            <a:off x="7747000" y="4588421"/>
            <a:ext cx="3632100" cy="279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200">
                <a:solidFill>
                  <a:srgbClr val="A0A0AA"/>
                </a:solidFill>
                <a:latin typeface="Noto Sans KR"/>
                <a:ea typeface="Noto Sans KR"/>
                <a:cs typeface="Noto Sans KR"/>
                <a:sym typeface="Noto Sans KR"/>
              </a:rPr>
              <a:t>재고 결과 행 / 요청</a:t>
            </a:r>
            <a:endParaRPr sz="1200">
              <a:solidFill>
                <a:srgbClr val="A0A0AA"/>
              </a:solidFill>
              <a:latin typeface="Noto Sans KR"/>
              <a:ea typeface="Noto Sans KR"/>
              <a:cs typeface="Noto Sans KR"/>
              <a:sym typeface="Noto Sans KR"/>
            </a:endParaRPr>
          </a:p>
        </p:txBody>
      </p:sp>
      <p:sp>
        <p:nvSpPr>
          <p:cNvPr id="620" name="Google Shape;620;p25"/>
          <p:cNvSpPr txBox="1"/>
          <p:nvPr/>
        </p:nvSpPr>
        <p:spPr>
          <a:xfrm>
            <a:off x="10147300" y="5207000"/>
            <a:ext cx="1308000" cy="330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b="1">
                <a:solidFill>
                  <a:srgbClr val="F6C543"/>
                </a:solidFill>
                <a:latin typeface="Noto Sans KR"/>
                <a:ea typeface="Noto Sans KR"/>
                <a:cs typeface="Noto Sans KR"/>
                <a:sym typeface="Noto Sans KR"/>
              </a:rPr>
              <a:t>118.03행</a:t>
            </a:r>
            <a:endParaRPr b="1">
              <a:solidFill>
                <a:srgbClr val="F6C543"/>
              </a:solidFill>
              <a:latin typeface="Noto Sans KR"/>
              <a:ea typeface="Noto Sans KR"/>
              <a:cs typeface="Noto Sans KR"/>
              <a:sym typeface="Noto Sans KR"/>
            </a:endParaRPr>
          </a:p>
        </p:txBody>
      </p:sp>
      <p:sp>
        <p:nvSpPr>
          <p:cNvPr id="621" name="Google Shape;621;p25"/>
          <p:cNvSpPr txBox="1"/>
          <p:nvPr/>
        </p:nvSpPr>
        <p:spPr>
          <a:xfrm>
            <a:off x="4660900" y="4610100"/>
            <a:ext cx="2768700" cy="86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계산한 시간표 캐싱</a:t>
            </a:r>
            <a:endParaRPr sz="1600" b="1">
              <a:solidFill>
                <a:srgbClr val="F5F5F7"/>
              </a:solidFill>
              <a:latin typeface="Noto Sans KR"/>
              <a:ea typeface="Noto Sans KR"/>
              <a:cs typeface="Noto Sans KR"/>
              <a:sym typeface="Noto Sans KR"/>
            </a:endParaRPr>
          </a:p>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반복 재고 조회 생략</a:t>
            </a:r>
            <a:endParaRPr sz="1600" b="1">
              <a:solidFill>
                <a:srgbClr val="F5F5F7"/>
              </a:solidFill>
              <a:latin typeface="Noto Sans KR"/>
              <a:ea typeface="Noto Sans KR"/>
              <a:cs typeface="Noto Sans KR"/>
              <a:sym typeface="Noto Sans KR"/>
            </a:endParaRPr>
          </a:p>
        </p:txBody>
      </p:sp>
      <p:sp>
        <p:nvSpPr>
          <p:cNvPr id="622" name="Google Shape;622;p25"/>
          <p:cNvSpPr txBox="1"/>
          <p:nvPr/>
        </p:nvSpPr>
        <p:spPr>
          <a:xfrm>
            <a:off x="2311400" y="4610100"/>
            <a:ext cx="1905000" cy="863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a:solidFill>
                  <a:srgbClr val="A0A0AA"/>
                </a:solidFill>
                <a:latin typeface="Noto Sans KR"/>
                <a:ea typeface="Noto Sans KR"/>
                <a:cs typeface="Noto Sans KR"/>
                <a:sym typeface="Noto Sans KR"/>
              </a:rPr>
              <a:t>요청마다 좌석 재고</a:t>
            </a:r>
            <a:endParaRPr sz="1600">
              <a:solidFill>
                <a:srgbClr val="A0A0AA"/>
              </a:solidFill>
              <a:latin typeface="Noto Sans KR"/>
              <a:ea typeface="Noto Sans KR"/>
              <a:cs typeface="Noto Sans KR"/>
              <a:sym typeface="Noto Sans KR"/>
            </a:endParaRPr>
          </a:p>
          <a:p>
            <a:pPr marL="0" lvl="0" indent="0" algn="l" rtl="0">
              <a:lnSpc>
                <a:spcPct val="115000"/>
              </a:lnSpc>
              <a:spcBef>
                <a:spcPts val="0"/>
              </a:spcBef>
              <a:spcAft>
                <a:spcPts val="0"/>
              </a:spcAft>
              <a:buNone/>
            </a:pPr>
            <a:r>
              <a:rPr lang="en-US" sz="1600">
                <a:solidFill>
                  <a:srgbClr val="A0A0AA"/>
                </a:solidFill>
                <a:latin typeface="Noto Sans KR"/>
                <a:ea typeface="Noto Sans KR"/>
                <a:cs typeface="Noto Sans KR"/>
                <a:sym typeface="Noto Sans KR"/>
              </a:rPr>
              <a:t>조회 후 가용석 계산</a:t>
            </a:r>
            <a:endParaRPr sz="1600">
              <a:solidFill>
                <a:srgbClr val="A0A0AA"/>
              </a:solidFill>
              <a:latin typeface="Noto Sans KR"/>
              <a:ea typeface="Noto Sans KR"/>
              <a:cs typeface="Noto Sans KR"/>
              <a:sym typeface="Noto Sans KR"/>
            </a:endParaRPr>
          </a:p>
        </p:txBody>
      </p:sp>
      <p:sp>
        <p:nvSpPr>
          <p:cNvPr id="623" name="Google Shape;623;p25"/>
          <p:cNvSpPr txBox="1"/>
          <p:nvPr/>
        </p:nvSpPr>
        <p:spPr>
          <a:xfrm>
            <a:off x="812800" y="1892300"/>
            <a:ext cx="1422300" cy="3555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a:solidFill>
                  <a:srgbClr val="A0A0AA"/>
                </a:solidFill>
                <a:latin typeface="Noto Sans KR"/>
                <a:ea typeface="Noto Sans KR"/>
                <a:cs typeface="Noto Sans KR"/>
                <a:sym typeface="Noto Sans KR"/>
              </a:rPr>
              <a:t>기능</a:t>
            </a:r>
            <a:endParaRPr>
              <a:solidFill>
                <a:srgbClr val="A0A0AA"/>
              </a:solidFill>
              <a:latin typeface="Noto Sans KR"/>
              <a:ea typeface="Noto Sans KR"/>
              <a:cs typeface="Noto Sans KR"/>
              <a:sym typeface="Noto Sans KR"/>
            </a:endParaRPr>
          </a:p>
        </p:txBody>
      </p:sp>
      <p:sp>
        <p:nvSpPr>
          <p:cNvPr id="624" name="Google Shape;624;p25"/>
          <p:cNvSpPr txBox="1"/>
          <p:nvPr/>
        </p:nvSpPr>
        <p:spPr>
          <a:xfrm>
            <a:off x="2311400" y="1892300"/>
            <a:ext cx="1841400" cy="3555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a:solidFill>
                  <a:srgbClr val="A0A0AA"/>
                </a:solidFill>
                <a:latin typeface="Noto Sans KR"/>
                <a:ea typeface="Noto Sans KR"/>
                <a:cs typeface="Noto Sans KR"/>
                <a:sym typeface="Noto Sans KR"/>
              </a:rPr>
              <a:t>기존 방식</a:t>
            </a:r>
            <a:endParaRPr>
              <a:solidFill>
                <a:srgbClr val="A0A0AA"/>
              </a:solidFill>
              <a:latin typeface="Noto Sans KR"/>
              <a:ea typeface="Noto Sans KR"/>
              <a:cs typeface="Noto Sans KR"/>
              <a:sym typeface="Noto Sans KR"/>
            </a:endParaRPr>
          </a:p>
        </p:txBody>
      </p:sp>
      <p:sp>
        <p:nvSpPr>
          <p:cNvPr id="625" name="Google Shape;625;p25"/>
          <p:cNvSpPr txBox="1"/>
          <p:nvPr/>
        </p:nvSpPr>
        <p:spPr>
          <a:xfrm>
            <a:off x="4660900" y="1892300"/>
            <a:ext cx="2667000" cy="3555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a:solidFill>
                  <a:srgbClr val="A0A0AA"/>
                </a:solidFill>
                <a:latin typeface="Noto Sans KR"/>
                <a:ea typeface="Noto Sans KR"/>
                <a:cs typeface="Noto Sans KR"/>
                <a:sym typeface="Noto Sans KR"/>
              </a:rPr>
              <a:t>개선 방법</a:t>
            </a:r>
            <a:endParaRPr>
              <a:solidFill>
                <a:srgbClr val="A0A0AA"/>
              </a:solidFill>
              <a:latin typeface="Noto Sans KR"/>
              <a:ea typeface="Noto Sans KR"/>
              <a:cs typeface="Noto Sans KR"/>
              <a:sym typeface="Noto Sans KR"/>
            </a:endParaRPr>
          </a:p>
        </p:txBody>
      </p:sp>
      <p:sp>
        <p:nvSpPr>
          <p:cNvPr id="626" name="Google Shape;626;p25"/>
          <p:cNvSpPr txBox="1"/>
          <p:nvPr/>
        </p:nvSpPr>
        <p:spPr>
          <a:xfrm>
            <a:off x="7747000" y="1892300"/>
            <a:ext cx="3632100" cy="3555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a:solidFill>
                  <a:srgbClr val="A0A0AA"/>
                </a:solidFill>
                <a:latin typeface="Noto Sans KR"/>
                <a:ea typeface="Noto Sans KR"/>
                <a:cs typeface="Noto Sans KR"/>
                <a:sym typeface="Noto Sans KR"/>
              </a:rPr>
              <a:t>측정 결과</a:t>
            </a:r>
            <a:endParaRPr>
              <a:solidFill>
                <a:srgbClr val="A0A0AA"/>
              </a:solidFill>
              <a:latin typeface="Noto Sans KR"/>
              <a:ea typeface="Noto Sans KR"/>
              <a:cs typeface="Noto Sans KR"/>
              <a:sym typeface="Noto Sans KR"/>
            </a:endParaRPr>
          </a:p>
        </p:txBody>
      </p:sp>
      <p:sp>
        <p:nvSpPr>
          <p:cNvPr id="627" name="Google Shape;627;p25"/>
          <p:cNvSpPr/>
          <p:nvPr/>
        </p:nvSpPr>
        <p:spPr>
          <a:xfrm>
            <a:off x="4292600" y="2781300"/>
            <a:ext cx="254100" cy="152400"/>
          </a:xfrm>
          <a:prstGeom prst="rightArrow">
            <a:avLst>
              <a:gd name="adj1" fmla="val 50000"/>
              <a:gd name="adj2" fmla="val 50000"/>
            </a:avLst>
          </a:prstGeom>
          <a:solidFill>
            <a:srgbClr val="A0A0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28" name="Google Shape;628;p25"/>
          <p:cNvSpPr/>
          <p:nvPr/>
        </p:nvSpPr>
        <p:spPr>
          <a:xfrm>
            <a:off x="4292600" y="3860800"/>
            <a:ext cx="254100" cy="152400"/>
          </a:xfrm>
          <a:prstGeom prst="rightArrow">
            <a:avLst>
              <a:gd name="adj1" fmla="val 50000"/>
              <a:gd name="adj2" fmla="val 50000"/>
            </a:avLst>
          </a:prstGeom>
          <a:solidFill>
            <a:srgbClr val="A0A0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29" name="Google Shape;629;p25"/>
          <p:cNvSpPr/>
          <p:nvPr/>
        </p:nvSpPr>
        <p:spPr>
          <a:xfrm>
            <a:off x="4292600" y="4940300"/>
            <a:ext cx="254100" cy="152400"/>
          </a:xfrm>
          <a:prstGeom prst="rightArrow">
            <a:avLst>
              <a:gd name="adj1" fmla="val 50000"/>
              <a:gd name="adj2" fmla="val 50000"/>
            </a:avLst>
          </a:prstGeom>
          <a:solidFill>
            <a:srgbClr val="A0A0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30" name="Google Shape;630;p25"/>
          <p:cNvSpPr txBox="1"/>
          <p:nvPr/>
        </p:nvSpPr>
        <p:spPr>
          <a:xfrm>
            <a:off x="7747000" y="2705100"/>
            <a:ext cx="507900" cy="317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a:solidFill>
                  <a:srgbClr val="A0A0AA"/>
                </a:solidFill>
                <a:latin typeface="Noto Sans KR"/>
                <a:ea typeface="Noto Sans KR"/>
                <a:cs typeface="Noto Sans KR"/>
                <a:sym typeface="Noto Sans KR"/>
              </a:rPr>
              <a:t>이전</a:t>
            </a:r>
            <a:endParaRPr sz="1200">
              <a:solidFill>
                <a:srgbClr val="A0A0AA"/>
              </a:solidFill>
              <a:latin typeface="Noto Sans KR"/>
              <a:ea typeface="Noto Sans KR"/>
              <a:cs typeface="Noto Sans KR"/>
              <a:sym typeface="Noto Sans KR"/>
            </a:endParaRPr>
          </a:p>
        </p:txBody>
      </p:sp>
      <p:sp>
        <p:nvSpPr>
          <p:cNvPr id="631" name="Google Shape;631;p25"/>
          <p:cNvSpPr txBox="1"/>
          <p:nvPr/>
        </p:nvSpPr>
        <p:spPr>
          <a:xfrm>
            <a:off x="7747000" y="3048000"/>
            <a:ext cx="507900" cy="317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a:solidFill>
                  <a:srgbClr val="F6C543"/>
                </a:solidFill>
                <a:latin typeface="Noto Sans KR"/>
                <a:ea typeface="Noto Sans KR"/>
                <a:cs typeface="Noto Sans KR"/>
                <a:sym typeface="Noto Sans KR"/>
              </a:rPr>
              <a:t>개선</a:t>
            </a:r>
            <a:endParaRPr sz="1200">
              <a:solidFill>
                <a:srgbClr val="F6C543"/>
              </a:solidFill>
              <a:latin typeface="Noto Sans KR"/>
              <a:ea typeface="Noto Sans KR"/>
              <a:cs typeface="Noto Sans KR"/>
              <a:sym typeface="Noto Sans KR"/>
            </a:endParaRPr>
          </a:p>
        </p:txBody>
      </p:sp>
      <p:sp>
        <p:nvSpPr>
          <p:cNvPr id="632" name="Google Shape;632;p25"/>
          <p:cNvSpPr/>
          <p:nvPr/>
        </p:nvSpPr>
        <p:spPr>
          <a:xfrm>
            <a:off x="8343900" y="2819400"/>
            <a:ext cx="1752600" cy="114300"/>
          </a:xfrm>
          <a:prstGeom prst="rect">
            <a:avLst/>
          </a:prstGeom>
          <a:solidFill>
            <a:srgbClr val="62626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33" name="Google Shape;633;p25"/>
          <p:cNvSpPr/>
          <p:nvPr/>
        </p:nvSpPr>
        <p:spPr>
          <a:xfrm>
            <a:off x="8343900" y="3162300"/>
            <a:ext cx="40800" cy="114300"/>
          </a:xfrm>
          <a:prstGeom prst="rect">
            <a:avLst/>
          </a:prstGeom>
          <a:solidFill>
            <a:srgbClr val="F6C5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34" name="Google Shape;634;p25"/>
          <p:cNvSpPr txBox="1"/>
          <p:nvPr/>
        </p:nvSpPr>
        <p:spPr>
          <a:xfrm>
            <a:off x="7747000" y="3784600"/>
            <a:ext cx="507900" cy="317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a:solidFill>
                  <a:srgbClr val="A0A0AA"/>
                </a:solidFill>
                <a:latin typeface="Noto Sans KR"/>
                <a:ea typeface="Noto Sans KR"/>
                <a:cs typeface="Noto Sans KR"/>
                <a:sym typeface="Noto Sans KR"/>
              </a:rPr>
              <a:t>이전</a:t>
            </a:r>
            <a:endParaRPr sz="1200">
              <a:solidFill>
                <a:srgbClr val="A0A0AA"/>
              </a:solidFill>
              <a:latin typeface="Noto Sans KR"/>
              <a:ea typeface="Noto Sans KR"/>
              <a:cs typeface="Noto Sans KR"/>
              <a:sym typeface="Noto Sans KR"/>
            </a:endParaRPr>
          </a:p>
        </p:txBody>
      </p:sp>
      <p:sp>
        <p:nvSpPr>
          <p:cNvPr id="635" name="Google Shape;635;p25"/>
          <p:cNvSpPr txBox="1"/>
          <p:nvPr/>
        </p:nvSpPr>
        <p:spPr>
          <a:xfrm>
            <a:off x="7747000" y="4127500"/>
            <a:ext cx="507900" cy="317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a:solidFill>
                  <a:srgbClr val="F6C543"/>
                </a:solidFill>
                <a:latin typeface="Noto Sans KR"/>
                <a:ea typeface="Noto Sans KR"/>
                <a:cs typeface="Noto Sans KR"/>
                <a:sym typeface="Noto Sans KR"/>
              </a:rPr>
              <a:t>개선</a:t>
            </a:r>
            <a:endParaRPr sz="1200">
              <a:solidFill>
                <a:srgbClr val="F6C543"/>
              </a:solidFill>
              <a:latin typeface="Noto Sans KR"/>
              <a:ea typeface="Noto Sans KR"/>
              <a:cs typeface="Noto Sans KR"/>
              <a:sym typeface="Noto Sans KR"/>
            </a:endParaRPr>
          </a:p>
        </p:txBody>
      </p:sp>
      <p:sp>
        <p:nvSpPr>
          <p:cNvPr id="636" name="Google Shape;636;p25"/>
          <p:cNvSpPr/>
          <p:nvPr/>
        </p:nvSpPr>
        <p:spPr>
          <a:xfrm>
            <a:off x="8343900" y="3898900"/>
            <a:ext cx="1752600" cy="114300"/>
          </a:xfrm>
          <a:prstGeom prst="rect">
            <a:avLst/>
          </a:prstGeom>
          <a:solidFill>
            <a:srgbClr val="62626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37" name="Google Shape;637;p25"/>
          <p:cNvSpPr/>
          <p:nvPr/>
        </p:nvSpPr>
        <p:spPr>
          <a:xfrm>
            <a:off x="8343900" y="4241800"/>
            <a:ext cx="87600" cy="114300"/>
          </a:xfrm>
          <a:prstGeom prst="rect">
            <a:avLst/>
          </a:prstGeom>
          <a:solidFill>
            <a:srgbClr val="F6C5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38" name="Google Shape;638;p25"/>
          <p:cNvSpPr txBox="1"/>
          <p:nvPr/>
        </p:nvSpPr>
        <p:spPr>
          <a:xfrm>
            <a:off x="7747000" y="4864100"/>
            <a:ext cx="507900" cy="317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a:solidFill>
                  <a:srgbClr val="A0A0AA"/>
                </a:solidFill>
                <a:latin typeface="Noto Sans KR"/>
                <a:ea typeface="Noto Sans KR"/>
                <a:cs typeface="Noto Sans KR"/>
                <a:sym typeface="Noto Sans KR"/>
              </a:rPr>
              <a:t>이전</a:t>
            </a:r>
            <a:endParaRPr sz="1200">
              <a:solidFill>
                <a:srgbClr val="A0A0AA"/>
              </a:solidFill>
              <a:latin typeface="Noto Sans KR"/>
              <a:ea typeface="Noto Sans KR"/>
              <a:cs typeface="Noto Sans KR"/>
              <a:sym typeface="Noto Sans KR"/>
            </a:endParaRPr>
          </a:p>
        </p:txBody>
      </p:sp>
      <p:sp>
        <p:nvSpPr>
          <p:cNvPr id="639" name="Google Shape;639;p25"/>
          <p:cNvSpPr txBox="1"/>
          <p:nvPr/>
        </p:nvSpPr>
        <p:spPr>
          <a:xfrm>
            <a:off x="7747000" y="5207000"/>
            <a:ext cx="507900" cy="317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a:solidFill>
                  <a:srgbClr val="F6C543"/>
                </a:solidFill>
                <a:latin typeface="Noto Sans KR"/>
                <a:ea typeface="Noto Sans KR"/>
                <a:cs typeface="Noto Sans KR"/>
                <a:sym typeface="Noto Sans KR"/>
              </a:rPr>
              <a:t>개선</a:t>
            </a:r>
            <a:endParaRPr sz="1200">
              <a:solidFill>
                <a:srgbClr val="F6C543"/>
              </a:solidFill>
              <a:latin typeface="Noto Sans KR"/>
              <a:ea typeface="Noto Sans KR"/>
              <a:cs typeface="Noto Sans KR"/>
              <a:sym typeface="Noto Sans KR"/>
            </a:endParaRPr>
          </a:p>
        </p:txBody>
      </p:sp>
      <p:sp>
        <p:nvSpPr>
          <p:cNvPr id="640" name="Google Shape;640;p25"/>
          <p:cNvSpPr/>
          <p:nvPr/>
        </p:nvSpPr>
        <p:spPr>
          <a:xfrm>
            <a:off x="8343900" y="4978400"/>
            <a:ext cx="1752600" cy="114300"/>
          </a:xfrm>
          <a:prstGeom prst="rect">
            <a:avLst/>
          </a:prstGeom>
          <a:solidFill>
            <a:srgbClr val="62626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41" name="Google Shape;641;p25"/>
          <p:cNvSpPr/>
          <p:nvPr/>
        </p:nvSpPr>
        <p:spPr>
          <a:xfrm>
            <a:off x="8343900" y="5321300"/>
            <a:ext cx="86100" cy="114300"/>
          </a:xfrm>
          <a:prstGeom prst="rect">
            <a:avLst/>
          </a:prstGeom>
          <a:solidFill>
            <a:srgbClr val="F6C54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26"/>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648" name="Google Shape;648;p26"/>
          <p:cNvSpPr/>
          <p:nvPr/>
        </p:nvSpPr>
        <p:spPr>
          <a:xfrm>
            <a:off x="812800" y="812800"/>
            <a:ext cx="10800000" cy="274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b="1" spc="200">
                <a:solidFill>
                  <a:srgbClr val="F6C543"/>
                </a:solidFill>
                <a:latin typeface="Oswald"/>
                <a:ea typeface="Oswald"/>
                <a:cs typeface="Oswald"/>
                <a:sym typeface="Oswald"/>
              </a:rPr>
              <a:t>07 / 개선 결과</a:t>
            </a:r>
            <a:endParaRPr sz="1400">
              <a:solidFill>
                <a:schemeClr val="lt1"/>
              </a:solidFill>
              <a:latin typeface="Noto Sans KR"/>
              <a:ea typeface="Noto Sans KR"/>
              <a:cs typeface="Noto Sans KR"/>
              <a:sym typeface="Noto Sans KR"/>
            </a:endParaRPr>
          </a:p>
        </p:txBody>
      </p:sp>
      <p:sp>
        <p:nvSpPr>
          <p:cNvPr id="649" name="Google Shape;649;p26"/>
          <p:cNvSpPr txBox="1">
            <a:spLocks noGrp="1"/>
          </p:cNvSpPr>
          <p:nvPr>
            <p:ph type="title"/>
          </p:nvPr>
        </p:nvSpPr>
        <p:spPr>
          <a:xfrm>
            <a:off x="812800" y="1150627"/>
            <a:ext cx="10800000" cy="492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5F5F7"/>
              </a:buClr>
              <a:buSzPts val="3200"/>
              <a:buFont typeface="Noto Sans KR"/>
              <a:buNone/>
            </a:pPr>
            <a:r>
              <a:rPr lang="en-US" b="1" spc="-50"/>
              <a:t>취소표 자동 선점 결과</a:t>
            </a:r>
            <a:endParaRPr sz="3200"/>
          </a:p>
        </p:txBody>
      </p:sp>
      <p:sp>
        <p:nvSpPr>
          <p:cNvPr id="650" name="Google Shape;650;p26"/>
          <p:cNvSpPr/>
          <p:nvPr/>
        </p:nvSpPr>
        <p:spPr>
          <a:xfrm>
            <a:off x="812800" y="6238242"/>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651" name="Google Shape;651;p26"/>
          <p:cNvSpPr/>
          <p:nvPr/>
        </p:nvSpPr>
        <p:spPr>
          <a:xfrm>
            <a:off x="10058400" y="6238242"/>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20</a:t>
            </a:r>
            <a:endParaRPr sz="1200">
              <a:solidFill>
                <a:srgbClr val="8E8E95"/>
              </a:solidFill>
              <a:latin typeface="Oswald"/>
              <a:ea typeface="Oswald"/>
              <a:cs typeface="Oswald"/>
              <a:sym typeface="Oswald"/>
            </a:endParaRPr>
          </a:p>
        </p:txBody>
      </p:sp>
      <p:sp>
        <p:nvSpPr>
          <p:cNvPr id="652" name="Google Shape;652;p26"/>
          <p:cNvSpPr txBox="1"/>
          <p:nvPr/>
        </p:nvSpPr>
        <p:spPr>
          <a:xfrm>
            <a:off x="812800" y="1905000"/>
            <a:ext cx="6731100" cy="3555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b="1">
                <a:solidFill>
                  <a:srgbClr val="F6C543"/>
                </a:solidFill>
                <a:latin typeface="Noto Sans KR"/>
                <a:ea typeface="Noto Sans KR"/>
                <a:cs typeface="Noto Sans KR"/>
                <a:sym typeface="Noto Sans KR"/>
              </a:rPr>
              <a:t>개선 방법</a:t>
            </a:r>
            <a:endParaRPr sz="1600" b="1">
              <a:solidFill>
                <a:srgbClr val="F6C543"/>
              </a:solidFill>
              <a:latin typeface="Noto Sans KR"/>
              <a:ea typeface="Noto Sans KR"/>
              <a:cs typeface="Noto Sans KR"/>
              <a:sym typeface="Noto Sans KR"/>
            </a:endParaRPr>
          </a:p>
        </p:txBody>
      </p:sp>
      <p:sp>
        <p:nvSpPr>
          <p:cNvPr id="653" name="Google Shape;653;p26"/>
          <p:cNvSpPr txBox="1"/>
          <p:nvPr/>
        </p:nvSpPr>
        <p:spPr>
          <a:xfrm>
            <a:off x="1841500" y="2336800"/>
            <a:ext cx="2031900" cy="330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300">
                <a:solidFill>
                  <a:srgbClr val="A0A0AA"/>
                </a:solidFill>
                <a:latin typeface="Noto Sans KR"/>
                <a:ea typeface="Noto Sans KR"/>
                <a:cs typeface="Noto Sans KR"/>
                <a:sym typeface="Noto Sans KR"/>
              </a:rPr>
              <a:t>기존</a:t>
            </a:r>
            <a:endParaRPr sz="1300">
              <a:solidFill>
                <a:srgbClr val="A0A0AA"/>
              </a:solidFill>
              <a:latin typeface="Noto Sans KR"/>
              <a:ea typeface="Noto Sans KR"/>
              <a:cs typeface="Noto Sans KR"/>
              <a:sym typeface="Noto Sans KR"/>
            </a:endParaRPr>
          </a:p>
        </p:txBody>
      </p:sp>
      <p:sp>
        <p:nvSpPr>
          <p:cNvPr id="654" name="Google Shape;654;p26"/>
          <p:cNvSpPr txBox="1"/>
          <p:nvPr/>
        </p:nvSpPr>
        <p:spPr>
          <a:xfrm>
            <a:off x="4470400" y="2336800"/>
            <a:ext cx="2946300" cy="330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300">
                <a:solidFill>
                  <a:srgbClr val="A0A0AA"/>
                </a:solidFill>
                <a:latin typeface="Noto Sans KR"/>
                <a:ea typeface="Noto Sans KR"/>
                <a:cs typeface="Noto Sans KR"/>
                <a:sym typeface="Noto Sans KR"/>
              </a:rPr>
              <a:t>변경</a:t>
            </a:r>
            <a:endParaRPr sz="1300">
              <a:solidFill>
                <a:srgbClr val="A0A0AA"/>
              </a:solidFill>
              <a:latin typeface="Noto Sans KR"/>
              <a:ea typeface="Noto Sans KR"/>
              <a:cs typeface="Noto Sans KR"/>
              <a:sym typeface="Noto Sans KR"/>
            </a:endParaRPr>
          </a:p>
        </p:txBody>
      </p:sp>
      <p:sp>
        <p:nvSpPr>
          <p:cNvPr id="655" name="Google Shape;655;p26"/>
          <p:cNvSpPr txBox="1"/>
          <p:nvPr/>
        </p:nvSpPr>
        <p:spPr>
          <a:xfrm>
            <a:off x="8305800" y="2590800"/>
            <a:ext cx="3174900" cy="5841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sz="2700" b="1">
                <a:solidFill>
                  <a:srgbClr val="F6C543"/>
                </a:solidFill>
                <a:latin typeface="Noto Sans KR"/>
                <a:ea typeface="Noto Sans KR"/>
                <a:cs typeface="Noto Sans KR"/>
                <a:sym typeface="Noto Sans KR"/>
              </a:rPr>
              <a:t>25% → 100%</a:t>
            </a:r>
            <a:endParaRPr sz="2700" b="1">
              <a:solidFill>
                <a:srgbClr val="F6C543"/>
              </a:solidFill>
              <a:latin typeface="Noto Sans KR"/>
              <a:ea typeface="Noto Sans KR"/>
              <a:cs typeface="Noto Sans KR"/>
              <a:sym typeface="Noto Sans KR"/>
            </a:endParaRPr>
          </a:p>
        </p:txBody>
      </p:sp>
      <p:sp>
        <p:nvSpPr>
          <p:cNvPr id="656" name="Google Shape;656;p26"/>
          <p:cNvSpPr txBox="1"/>
          <p:nvPr/>
        </p:nvSpPr>
        <p:spPr>
          <a:xfrm>
            <a:off x="8305800" y="2095500"/>
            <a:ext cx="3174900" cy="3936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전체 흐름 성공률</a:t>
            </a:r>
            <a:endParaRPr sz="1600" b="1">
              <a:solidFill>
                <a:srgbClr val="F5F5F7"/>
              </a:solidFill>
              <a:latin typeface="Noto Sans KR"/>
              <a:ea typeface="Noto Sans KR"/>
              <a:cs typeface="Noto Sans KR"/>
              <a:sym typeface="Noto Sans KR"/>
            </a:endParaRPr>
          </a:p>
        </p:txBody>
      </p:sp>
      <p:sp>
        <p:nvSpPr>
          <p:cNvPr id="657" name="Google Shape;657;p26"/>
          <p:cNvSpPr txBox="1"/>
          <p:nvPr/>
        </p:nvSpPr>
        <p:spPr>
          <a:xfrm>
            <a:off x="8305800" y="3200400"/>
            <a:ext cx="3174900" cy="3555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sz="1600">
                <a:solidFill>
                  <a:srgbClr val="A0A0AA"/>
                </a:solidFill>
                <a:latin typeface="Noto Sans KR"/>
                <a:ea typeface="Noto Sans KR"/>
                <a:cs typeface="Noto Sans KR"/>
                <a:sym typeface="Noto Sans KR"/>
              </a:rPr>
              <a:t>1 / 4건 → 4 / 4건</a:t>
            </a:r>
            <a:endParaRPr sz="1600">
              <a:solidFill>
                <a:srgbClr val="A0A0AA"/>
              </a:solidFill>
              <a:latin typeface="Noto Sans KR"/>
              <a:ea typeface="Noto Sans KR"/>
              <a:cs typeface="Noto Sans KR"/>
              <a:sym typeface="Noto Sans KR"/>
            </a:endParaRPr>
          </a:p>
        </p:txBody>
      </p:sp>
      <p:sp>
        <p:nvSpPr>
          <p:cNvPr id="658" name="Google Shape;658;p26"/>
          <p:cNvSpPr txBox="1"/>
          <p:nvPr/>
        </p:nvSpPr>
        <p:spPr>
          <a:xfrm>
            <a:off x="8305800" y="1828800"/>
            <a:ext cx="3174900" cy="2793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sz="1300">
                <a:solidFill>
                  <a:srgbClr val="A0A0AA"/>
                </a:solidFill>
                <a:latin typeface="Noto Sans KR"/>
                <a:ea typeface="Noto Sans KR"/>
                <a:cs typeface="Noto Sans KR"/>
                <a:sym typeface="Noto Sans KR"/>
              </a:rPr>
              <a:t>측정 결과</a:t>
            </a:r>
            <a:endParaRPr sz="1300">
              <a:solidFill>
                <a:srgbClr val="A0A0AA"/>
              </a:solidFill>
              <a:latin typeface="Noto Sans KR"/>
              <a:ea typeface="Noto Sans KR"/>
              <a:cs typeface="Noto Sans KR"/>
              <a:sym typeface="Noto Sans KR"/>
            </a:endParaRPr>
          </a:p>
        </p:txBody>
      </p:sp>
      <p:sp>
        <p:nvSpPr>
          <p:cNvPr id="659" name="Google Shape;659;p26"/>
          <p:cNvSpPr/>
          <p:nvPr/>
        </p:nvSpPr>
        <p:spPr>
          <a:xfrm>
            <a:off x="7912100" y="1943100"/>
            <a:ext cx="12600" cy="3517800"/>
          </a:xfrm>
          <a:prstGeom prst="rect">
            <a:avLst/>
          </a:prstGeom>
          <a:solidFill>
            <a:srgbClr val="30303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60" name="Google Shape;660;p26"/>
          <p:cNvSpPr txBox="1"/>
          <p:nvPr/>
        </p:nvSpPr>
        <p:spPr>
          <a:xfrm>
            <a:off x="8305800" y="4127500"/>
            <a:ext cx="1740000" cy="342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a:solidFill>
                  <a:srgbClr val="A0A0AA"/>
                </a:solidFill>
                <a:latin typeface="Noto Sans KR"/>
                <a:ea typeface="Noto Sans KR"/>
                <a:cs typeface="Noto Sans KR"/>
                <a:sym typeface="Noto Sans KR"/>
              </a:rPr>
              <a:t>데드락 로그</a:t>
            </a:r>
            <a:endParaRPr>
              <a:solidFill>
                <a:srgbClr val="A0A0AA"/>
              </a:solidFill>
              <a:latin typeface="Noto Sans KR"/>
              <a:ea typeface="Noto Sans KR"/>
              <a:cs typeface="Noto Sans KR"/>
              <a:sym typeface="Noto Sans KR"/>
            </a:endParaRPr>
          </a:p>
        </p:txBody>
      </p:sp>
      <p:sp>
        <p:nvSpPr>
          <p:cNvPr id="661" name="Google Shape;661;p26"/>
          <p:cNvSpPr txBox="1"/>
          <p:nvPr/>
        </p:nvSpPr>
        <p:spPr>
          <a:xfrm>
            <a:off x="9982200" y="4064000"/>
            <a:ext cx="1460400" cy="4572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2100" b="1">
                <a:solidFill>
                  <a:srgbClr val="F6C543"/>
                </a:solidFill>
                <a:latin typeface="Noto Sans KR"/>
                <a:ea typeface="Noto Sans KR"/>
                <a:cs typeface="Noto Sans KR"/>
                <a:sym typeface="Noto Sans KR"/>
              </a:rPr>
              <a:t>3 → 0건</a:t>
            </a:r>
            <a:endParaRPr sz="2100" b="1">
              <a:solidFill>
                <a:srgbClr val="F6C543"/>
              </a:solidFill>
              <a:latin typeface="Noto Sans KR"/>
              <a:ea typeface="Noto Sans KR"/>
              <a:cs typeface="Noto Sans KR"/>
              <a:sym typeface="Noto Sans KR"/>
            </a:endParaRPr>
          </a:p>
        </p:txBody>
      </p:sp>
      <p:sp>
        <p:nvSpPr>
          <p:cNvPr id="662" name="Google Shape;662;p26"/>
          <p:cNvSpPr/>
          <p:nvPr/>
        </p:nvSpPr>
        <p:spPr>
          <a:xfrm>
            <a:off x="8318500" y="3860800"/>
            <a:ext cx="3060600" cy="12600"/>
          </a:xfrm>
          <a:prstGeom prst="rect">
            <a:avLst/>
          </a:prstGeom>
          <a:solidFill>
            <a:srgbClr val="30303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63" name="Google Shape;663;p26"/>
          <p:cNvSpPr txBox="1"/>
          <p:nvPr/>
        </p:nvSpPr>
        <p:spPr>
          <a:xfrm>
            <a:off x="8305800" y="4826000"/>
            <a:ext cx="1740000" cy="342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a:solidFill>
                  <a:srgbClr val="A0A0AA"/>
                </a:solidFill>
                <a:latin typeface="Noto Sans KR"/>
                <a:ea typeface="Noto Sans KR"/>
                <a:cs typeface="Noto Sans KR"/>
                <a:sym typeface="Noto Sans KR"/>
              </a:rPr>
              <a:t>중복 활성 선점</a:t>
            </a:r>
            <a:endParaRPr>
              <a:solidFill>
                <a:srgbClr val="A0A0AA"/>
              </a:solidFill>
              <a:latin typeface="Noto Sans KR"/>
              <a:ea typeface="Noto Sans KR"/>
              <a:cs typeface="Noto Sans KR"/>
              <a:sym typeface="Noto Sans KR"/>
            </a:endParaRPr>
          </a:p>
        </p:txBody>
      </p:sp>
      <p:sp>
        <p:nvSpPr>
          <p:cNvPr id="664" name="Google Shape;664;p26"/>
          <p:cNvSpPr txBox="1"/>
          <p:nvPr/>
        </p:nvSpPr>
        <p:spPr>
          <a:xfrm>
            <a:off x="9982200" y="4762500"/>
            <a:ext cx="1460400" cy="457200"/>
          </a:xfrm>
          <a:prstGeom prst="rect">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US" sz="2100" b="1">
                <a:solidFill>
                  <a:srgbClr val="F5F5F7"/>
                </a:solidFill>
                <a:latin typeface="Noto Sans KR"/>
                <a:ea typeface="Noto Sans KR"/>
                <a:cs typeface="Noto Sans KR"/>
                <a:sym typeface="Noto Sans KR"/>
              </a:rPr>
              <a:t>0 → 0건</a:t>
            </a:r>
            <a:endParaRPr sz="2100" b="1">
              <a:solidFill>
                <a:srgbClr val="F5F5F7"/>
              </a:solidFill>
              <a:latin typeface="Noto Sans KR"/>
              <a:ea typeface="Noto Sans KR"/>
              <a:cs typeface="Noto Sans KR"/>
              <a:sym typeface="Noto Sans KR"/>
            </a:endParaRPr>
          </a:p>
        </p:txBody>
      </p:sp>
      <p:sp>
        <p:nvSpPr>
          <p:cNvPr id="665" name="Google Shape;665;p26"/>
          <p:cNvSpPr txBox="1"/>
          <p:nvPr/>
        </p:nvSpPr>
        <p:spPr>
          <a:xfrm>
            <a:off x="812800" y="2844800"/>
            <a:ext cx="1079400" cy="685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조회</a:t>
            </a:r>
            <a:endParaRPr sz="1600" b="1">
              <a:solidFill>
                <a:srgbClr val="F5F5F7"/>
              </a:solidFill>
              <a:latin typeface="Noto Sans KR"/>
              <a:ea typeface="Noto Sans KR"/>
              <a:cs typeface="Noto Sans KR"/>
              <a:sym typeface="Noto Sans KR"/>
            </a:endParaRPr>
          </a:p>
        </p:txBody>
      </p:sp>
      <p:sp>
        <p:nvSpPr>
          <p:cNvPr id="666" name="Google Shape;666;p26"/>
          <p:cNvSpPr txBox="1"/>
          <p:nvPr/>
        </p:nvSpPr>
        <p:spPr>
          <a:xfrm>
            <a:off x="1841500" y="2844800"/>
            <a:ext cx="2082900" cy="685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500">
                <a:solidFill>
                  <a:srgbClr val="A0A0AA"/>
                </a:solidFill>
                <a:latin typeface="Noto Sans KR"/>
                <a:ea typeface="Noto Sans KR"/>
                <a:cs typeface="Noto Sans KR"/>
                <a:sym typeface="Noto Sans KR"/>
              </a:rPr>
              <a:t>순번 조회도</a:t>
            </a:r>
            <a:endParaRPr sz="1500">
              <a:solidFill>
                <a:srgbClr val="A0A0AA"/>
              </a:solidFill>
              <a:latin typeface="Noto Sans KR"/>
              <a:ea typeface="Noto Sans KR"/>
              <a:cs typeface="Noto Sans KR"/>
              <a:sym typeface="Noto Sans KR"/>
            </a:endParaRPr>
          </a:p>
          <a:p>
            <a:pPr marL="0" lvl="0" indent="0" algn="l" rtl="0">
              <a:lnSpc>
                <a:spcPct val="115000"/>
              </a:lnSpc>
              <a:spcBef>
                <a:spcPts val="0"/>
              </a:spcBef>
              <a:spcAft>
                <a:spcPts val="0"/>
              </a:spcAft>
              <a:buNone/>
            </a:pPr>
            <a:r>
              <a:rPr lang="en-US" sz="1500">
                <a:solidFill>
                  <a:srgbClr val="A0A0AA"/>
                </a:solidFill>
                <a:latin typeface="Noto Sans KR"/>
                <a:ea typeface="Noto Sans KR"/>
                <a:cs typeface="Noto Sans KR"/>
                <a:sym typeface="Noto Sans KR"/>
              </a:rPr>
              <a:t>쓰기 잠금</a:t>
            </a:r>
            <a:endParaRPr sz="1500">
              <a:solidFill>
                <a:srgbClr val="A0A0AA"/>
              </a:solidFill>
              <a:latin typeface="Noto Sans KR"/>
              <a:ea typeface="Noto Sans KR"/>
              <a:cs typeface="Noto Sans KR"/>
              <a:sym typeface="Noto Sans KR"/>
            </a:endParaRPr>
          </a:p>
        </p:txBody>
      </p:sp>
      <p:sp>
        <p:nvSpPr>
          <p:cNvPr id="667" name="Google Shape;667;p26"/>
          <p:cNvSpPr/>
          <p:nvPr/>
        </p:nvSpPr>
        <p:spPr>
          <a:xfrm>
            <a:off x="3962400" y="3124200"/>
            <a:ext cx="317400" cy="139800"/>
          </a:xfrm>
          <a:prstGeom prst="rightArrow">
            <a:avLst>
              <a:gd name="adj1" fmla="val 50000"/>
              <a:gd name="adj2" fmla="val 50000"/>
            </a:avLst>
          </a:prstGeom>
          <a:solidFill>
            <a:srgbClr val="A0A0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68" name="Google Shape;668;p26"/>
          <p:cNvSpPr txBox="1"/>
          <p:nvPr/>
        </p:nvSpPr>
        <p:spPr>
          <a:xfrm>
            <a:off x="4470400" y="2844800"/>
            <a:ext cx="3060600" cy="685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쓰기 잠금 없이 조회</a:t>
            </a:r>
            <a:endParaRPr sz="1600" b="1">
              <a:solidFill>
                <a:srgbClr val="F5F5F7"/>
              </a:solidFill>
              <a:latin typeface="Noto Sans KR"/>
              <a:ea typeface="Noto Sans KR"/>
              <a:cs typeface="Noto Sans KR"/>
              <a:sym typeface="Noto Sans KR"/>
            </a:endParaRPr>
          </a:p>
        </p:txBody>
      </p:sp>
      <p:sp>
        <p:nvSpPr>
          <p:cNvPr id="669" name="Google Shape;669;p26"/>
          <p:cNvSpPr txBox="1"/>
          <p:nvPr/>
        </p:nvSpPr>
        <p:spPr>
          <a:xfrm>
            <a:off x="812800" y="3733800"/>
            <a:ext cx="1079400" cy="685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잠금</a:t>
            </a:r>
            <a:endParaRPr sz="1600" b="1">
              <a:solidFill>
                <a:srgbClr val="F5F5F7"/>
              </a:solidFill>
              <a:latin typeface="Noto Sans KR"/>
              <a:ea typeface="Noto Sans KR"/>
              <a:cs typeface="Noto Sans KR"/>
              <a:sym typeface="Noto Sans KR"/>
            </a:endParaRPr>
          </a:p>
        </p:txBody>
      </p:sp>
      <p:sp>
        <p:nvSpPr>
          <p:cNvPr id="670" name="Google Shape;670;p26"/>
          <p:cNvSpPr txBox="1"/>
          <p:nvPr/>
        </p:nvSpPr>
        <p:spPr>
          <a:xfrm>
            <a:off x="1841500" y="3733800"/>
            <a:ext cx="2082900" cy="685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500">
                <a:solidFill>
                  <a:srgbClr val="A0A0AA"/>
                </a:solidFill>
                <a:latin typeface="Noto Sans KR"/>
                <a:ea typeface="Noto Sans KR"/>
                <a:cs typeface="Noto Sans KR"/>
                <a:sym typeface="Noto Sans KR"/>
              </a:rPr>
              <a:t>회차 전체</a:t>
            </a:r>
            <a:endParaRPr sz="1500">
              <a:solidFill>
                <a:srgbClr val="A0A0AA"/>
              </a:solidFill>
              <a:latin typeface="Noto Sans KR"/>
              <a:ea typeface="Noto Sans KR"/>
              <a:cs typeface="Noto Sans KR"/>
              <a:sym typeface="Noto Sans KR"/>
            </a:endParaRPr>
          </a:p>
          <a:p>
            <a:pPr marL="0" lvl="0" indent="0" algn="l" rtl="0">
              <a:lnSpc>
                <a:spcPct val="115000"/>
              </a:lnSpc>
              <a:spcBef>
                <a:spcPts val="0"/>
              </a:spcBef>
              <a:spcAft>
                <a:spcPts val="0"/>
              </a:spcAft>
              <a:buNone/>
            </a:pPr>
            <a:r>
              <a:rPr lang="en-US" sz="1500">
                <a:solidFill>
                  <a:srgbClr val="A0A0AA"/>
                </a:solidFill>
                <a:latin typeface="Noto Sans KR"/>
                <a:ea typeface="Noto Sans KR"/>
                <a:cs typeface="Noto Sans KR"/>
                <a:sym typeface="Noto Sans KR"/>
              </a:rPr>
              <a:t>재고 잠금</a:t>
            </a:r>
            <a:endParaRPr sz="1500">
              <a:solidFill>
                <a:srgbClr val="A0A0AA"/>
              </a:solidFill>
              <a:latin typeface="Noto Sans KR"/>
              <a:ea typeface="Noto Sans KR"/>
              <a:cs typeface="Noto Sans KR"/>
              <a:sym typeface="Noto Sans KR"/>
            </a:endParaRPr>
          </a:p>
        </p:txBody>
      </p:sp>
      <p:sp>
        <p:nvSpPr>
          <p:cNvPr id="671" name="Google Shape;671;p26"/>
          <p:cNvSpPr/>
          <p:nvPr/>
        </p:nvSpPr>
        <p:spPr>
          <a:xfrm>
            <a:off x="3962400" y="4013200"/>
            <a:ext cx="317400" cy="139800"/>
          </a:xfrm>
          <a:prstGeom prst="rightArrow">
            <a:avLst>
              <a:gd name="adj1" fmla="val 50000"/>
              <a:gd name="adj2" fmla="val 50000"/>
            </a:avLst>
          </a:prstGeom>
          <a:solidFill>
            <a:srgbClr val="A0A0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72" name="Google Shape;672;p26"/>
          <p:cNvSpPr txBox="1"/>
          <p:nvPr/>
        </p:nvSpPr>
        <p:spPr>
          <a:xfrm>
            <a:off x="4470400" y="3733800"/>
            <a:ext cx="3060600" cy="685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구역과 대상 좌석 중심</a:t>
            </a:r>
            <a:endParaRPr sz="1600" b="1">
              <a:solidFill>
                <a:srgbClr val="F5F5F7"/>
              </a:solidFill>
              <a:latin typeface="Noto Sans KR"/>
              <a:ea typeface="Noto Sans KR"/>
              <a:cs typeface="Noto Sans KR"/>
              <a:sym typeface="Noto Sans KR"/>
            </a:endParaRPr>
          </a:p>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잠금 순서 통일</a:t>
            </a:r>
            <a:endParaRPr sz="1600" b="1">
              <a:solidFill>
                <a:srgbClr val="F5F5F7"/>
              </a:solidFill>
              <a:latin typeface="Noto Sans KR"/>
              <a:ea typeface="Noto Sans KR"/>
              <a:cs typeface="Noto Sans KR"/>
              <a:sym typeface="Noto Sans KR"/>
            </a:endParaRPr>
          </a:p>
        </p:txBody>
      </p:sp>
      <p:sp>
        <p:nvSpPr>
          <p:cNvPr id="673" name="Google Shape;673;p26"/>
          <p:cNvSpPr txBox="1"/>
          <p:nvPr/>
        </p:nvSpPr>
        <p:spPr>
          <a:xfrm>
            <a:off x="812800" y="4622800"/>
            <a:ext cx="1079400" cy="685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후속 배정</a:t>
            </a:r>
            <a:endParaRPr sz="1600" b="1">
              <a:solidFill>
                <a:srgbClr val="F5F5F7"/>
              </a:solidFill>
              <a:latin typeface="Noto Sans KR"/>
              <a:ea typeface="Noto Sans KR"/>
              <a:cs typeface="Noto Sans KR"/>
              <a:sym typeface="Noto Sans KR"/>
            </a:endParaRPr>
          </a:p>
        </p:txBody>
      </p:sp>
      <p:sp>
        <p:nvSpPr>
          <p:cNvPr id="674" name="Google Shape;674;p26"/>
          <p:cNvSpPr txBox="1"/>
          <p:nvPr/>
        </p:nvSpPr>
        <p:spPr>
          <a:xfrm>
            <a:off x="1841500" y="4622800"/>
            <a:ext cx="2082900" cy="685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500">
                <a:solidFill>
                  <a:srgbClr val="A0A0AA"/>
                </a:solidFill>
                <a:latin typeface="Noto Sans KR"/>
                <a:ea typeface="Noto Sans KR"/>
                <a:cs typeface="Noto Sans KR"/>
                <a:sym typeface="Noto Sans KR"/>
              </a:rPr>
              <a:t>취소 후</a:t>
            </a:r>
            <a:endParaRPr sz="1500">
              <a:solidFill>
                <a:srgbClr val="A0A0AA"/>
              </a:solidFill>
              <a:latin typeface="Noto Sans KR"/>
              <a:ea typeface="Noto Sans KR"/>
              <a:cs typeface="Noto Sans KR"/>
              <a:sym typeface="Noto Sans KR"/>
            </a:endParaRPr>
          </a:p>
          <a:p>
            <a:pPr marL="0" lvl="0" indent="0" algn="l" rtl="0">
              <a:lnSpc>
                <a:spcPct val="115000"/>
              </a:lnSpc>
              <a:spcBef>
                <a:spcPts val="0"/>
              </a:spcBef>
              <a:spcAft>
                <a:spcPts val="0"/>
              </a:spcAft>
              <a:buNone/>
            </a:pPr>
            <a:r>
              <a:rPr lang="en-US" sz="1500">
                <a:solidFill>
                  <a:srgbClr val="A0A0AA"/>
                </a:solidFill>
                <a:latin typeface="Noto Sans KR"/>
                <a:ea typeface="Noto Sans KR"/>
                <a:cs typeface="Noto Sans KR"/>
                <a:sym typeface="Noto Sans KR"/>
              </a:rPr>
              <a:t>대기자 배정</a:t>
            </a:r>
            <a:endParaRPr sz="1500">
              <a:solidFill>
                <a:srgbClr val="A0A0AA"/>
              </a:solidFill>
              <a:latin typeface="Noto Sans KR"/>
              <a:ea typeface="Noto Sans KR"/>
              <a:cs typeface="Noto Sans KR"/>
              <a:sym typeface="Noto Sans KR"/>
            </a:endParaRPr>
          </a:p>
        </p:txBody>
      </p:sp>
      <p:sp>
        <p:nvSpPr>
          <p:cNvPr id="675" name="Google Shape;675;p26"/>
          <p:cNvSpPr/>
          <p:nvPr/>
        </p:nvSpPr>
        <p:spPr>
          <a:xfrm>
            <a:off x="3962400" y="4902200"/>
            <a:ext cx="317400" cy="139800"/>
          </a:xfrm>
          <a:prstGeom prst="rightArrow">
            <a:avLst>
              <a:gd name="adj1" fmla="val 50000"/>
              <a:gd name="adj2" fmla="val 50000"/>
            </a:avLst>
          </a:prstGeom>
          <a:solidFill>
            <a:srgbClr val="A0A0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oto Sans KR"/>
              <a:ea typeface="Noto Sans KR"/>
              <a:cs typeface="Noto Sans KR"/>
              <a:sym typeface="Noto Sans KR"/>
            </a:endParaRPr>
          </a:p>
        </p:txBody>
      </p:sp>
      <p:sp>
        <p:nvSpPr>
          <p:cNvPr id="676" name="Google Shape;676;p26"/>
          <p:cNvSpPr txBox="1"/>
          <p:nvPr/>
        </p:nvSpPr>
        <p:spPr>
          <a:xfrm>
            <a:off x="4470400" y="4622800"/>
            <a:ext cx="3060600" cy="685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Outbox에 이벤트 기록</a:t>
            </a:r>
            <a:endParaRPr sz="1600" b="1">
              <a:solidFill>
                <a:srgbClr val="F5F5F7"/>
              </a:solidFill>
              <a:latin typeface="Noto Sans KR"/>
              <a:ea typeface="Noto Sans KR"/>
              <a:cs typeface="Noto Sans KR"/>
              <a:sym typeface="Noto Sans KR"/>
            </a:endParaRPr>
          </a:p>
          <a:p>
            <a:pPr marL="0" lvl="0" indent="0" algn="l" rtl="0">
              <a:lnSpc>
                <a:spcPct val="115000"/>
              </a:lnSpc>
              <a:spcBef>
                <a:spcPts val="0"/>
              </a:spcBef>
              <a:spcAft>
                <a:spcPts val="0"/>
              </a:spcAft>
              <a:buNone/>
            </a:pPr>
            <a:r>
              <a:rPr lang="en-US" sz="1600" b="1">
                <a:solidFill>
                  <a:srgbClr val="F5F5F7"/>
                </a:solidFill>
                <a:latin typeface="Noto Sans KR"/>
                <a:ea typeface="Noto Sans KR"/>
                <a:cs typeface="Noto Sans KR"/>
                <a:sym typeface="Noto Sans KR"/>
              </a:rPr>
              <a:t>워커 처리와 재시도</a:t>
            </a:r>
            <a:endParaRPr sz="1600" b="1">
              <a:solidFill>
                <a:srgbClr val="F5F5F7"/>
              </a:solidFill>
              <a:latin typeface="Noto Sans KR"/>
              <a:ea typeface="Noto Sans KR"/>
              <a:cs typeface="Noto Sans KR"/>
              <a:sym typeface="Noto Sans K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27"/>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683" name="Google Shape;683;p27"/>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b="1" spc="200">
                <a:solidFill>
                  <a:srgbClr val="F6C543"/>
                </a:solidFill>
                <a:latin typeface="Oswald"/>
                <a:ea typeface="Oswald"/>
                <a:cs typeface="Oswald"/>
                <a:sym typeface="Oswald"/>
              </a:rPr>
              <a:t>08 / 시연 및 결과</a:t>
            </a:r>
            <a:endParaRPr sz="1400">
              <a:solidFill>
                <a:schemeClr val="lt1"/>
              </a:solidFill>
              <a:latin typeface="Noto Sans KR"/>
              <a:ea typeface="Noto Sans KR"/>
              <a:cs typeface="Noto Sans KR"/>
              <a:sym typeface="Noto Sans KR"/>
            </a:endParaRPr>
          </a:p>
        </p:txBody>
      </p:sp>
      <p:sp>
        <p:nvSpPr>
          <p:cNvPr id="684" name="Google Shape;684;p27"/>
          <p:cNvSpPr txBox="1">
            <a:spLocks noGrp="1"/>
          </p:cNvSpPr>
          <p:nvPr>
            <p:ph type="title"/>
          </p:nvPr>
        </p:nvSpPr>
        <p:spPr>
          <a:xfrm>
            <a:off x="812800" y="1150627"/>
            <a:ext cx="10883392" cy="492760"/>
          </a:xfrm>
          <a:prstGeom prst="rect">
            <a:avLst/>
          </a:prstGeom>
          <a:noFill/>
          <a:ln>
            <a:noFill/>
          </a:ln>
        </p:spPr>
        <p:txBody>
          <a:bodyPr spcFirstLastPara="1" wrap="square" lIns="0" tIns="0" rIns="0" bIns="0" anchor="t" anchorCtr="0">
            <a:normAutofit fontScale="90000"/>
          </a:bodyPr>
          <a:lstStyle/>
          <a:p>
            <a:pPr marL="0" lvl="0" indent="0" algn="l" rtl="0">
              <a:lnSpc>
                <a:spcPct val="115000"/>
              </a:lnSpc>
              <a:spcBef>
                <a:spcPts val="0"/>
              </a:spcBef>
              <a:spcAft>
                <a:spcPts val="0"/>
              </a:spcAft>
              <a:buClr>
                <a:srgbClr val="F5F5F7"/>
              </a:buClr>
              <a:buSzPts val="3200"/>
              <a:buFont typeface="Noto Sans KR"/>
              <a:buNone/>
            </a:pPr>
            <a:r>
              <a:rPr lang="en-US" sz="3200" b="1" i="0" spc="-50">
                <a:solidFill>
                  <a:srgbClr val="F5F5F7"/>
                </a:solidFill>
                <a:latin typeface="Noto Sans KR"/>
                <a:ea typeface="Noto Sans KR"/>
                <a:cs typeface="Noto Sans KR"/>
                <a:sym typeface="Noto Sans KR"/>
              </a:rPr>
              <a:t>시연 영상</a:t>
            </a:r>
            <a:endParaRPr sz="3200"/>
          </a:p>
        </p:txBody>
      </p:sp>
      <p:sp>
        <p:nvSpPr>
          <p:cNvPr id="685" name="Google Shape;685;p27"/>
          <p:cNvSpPr/>
          <p:nvPr/>
        </p:nvSpPr>
        <p:spPr>
          <a:xfrm>
            <a:off x="812800" y="6238242"/>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686" name="Google Shape;686;p27"/>
          <p:cNvSpPr/>
          <p:nvPr/>
        </p:nvSpPr>
        <p:spPr>
          <a:xfrm>
            <a:off x="10058400" y="6238242"/>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21</a:t>
            </a:r>
            <a:endParaRPr sz="1200">
              <a:solidFill>
                <a:srgbClr val="8E8E95"/>
              </a:solidFill>
              <a:latin typeface="Oswald"/>
              <a:ea typeface="Oswald"/>
              <a:cs typeface="Oswald"/>
              <a:sym typeface="Oswald"/>
            </a:endParaRPr>
          </a:p>
        </p:txBody>
      </p:sp>
      <p:pic>
        <p:nvPicPr>
          <p:cNvPr id="2" name="SmartTicketing 시연영상">
            <a:hlinkClick r:id="" action="ppaction://media"/>
            <a:extLst>
              <a:ext uri="{FF2B5EF4-FFF2-40B4-BE49-F238E27FC236}">
                <a16:creationId xmlns:a16="http://schemas.microsoft.com/office/drawing/2014/main" id="{5CC44907-B47A-7584-983C-AABE027C0C3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722714" y="1706894"/>
            <a:ext cx="6644971" cy="37377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7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28"/>
          <p:cNvSpPr/>
          <p:nvPr/>
        </p:nvSpPr>
        <p:spPr>
          <a:xfrm>
            <a:off x="0" y="0"/>
            <a:ext cx="12192000" cy="508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694" name="Google Shape;694;p28"/>
          <p:cNvSpPr/>
          <p:nvPr/>
        </p:nvSpPr>
        <p:spPr>
          <a:xfrm>
            <a:off x="812800" y="812800"/>
            <a:ext cx="10883392" cy="27432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b="1" spc="200">
                <a:solidFill>
                  <a:srgbClr val="F6C543"/>
                </a:solidFill>
                <a:latin typeface="Oswald"/>
                <a:ea typeface="Oswald"/>
                <a:cs typeface="Oswald"/>
                <a:sym typeface="Oswald"/>
              </a:rPr>
              <a:t>08 / 시연 및 결과</a:t>
            </a:r>
            <a:endParaRPr sz="1400">
              <a:solidFill>
                <a:schemeClr val="lt1"/>
              </a:solidFill>
              <a:latin typeface="Noto Sans KR"/>
              <a:ea typeface="Noto Sans KR"/>
              <a:cs typeface="Noto Sans KR"/>
              <a:sym typeface="Noto Sans KR"/>
            </a:endParaRPr>
          </a:p>
        </p:txBody>
      </p:sp>
      <p:sp>
        <p:nvSpPr>
          <p:cNvPr id="695" name="Google Shape;695;p28"/>
          <p:cNvSpPr txBox="1">
            <a:spLocks noGrp="1"/>
          </p:cNvSpPr>
          <p:nvPr>
            <p:ph type="title"/>
          </p:nvPr>
        </p:nvSpPr>
        <p:spPr>
          <a:xfrm>
            <a:off x="812800" y="1150627"/>
            <a:ext cx="10883392" cy="49276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5F5F7"/>
              </a:buClr>
              <a:buSzPts val="3200"/>
              <a:buFont typeface="Noto Sans KR"/>
              <a:buNone/>
            </a:pPr>
            <a:r>
              <a:rPr lang="en-US" b="1" spc="-50"/>
              <a:t>프로젝트 결과</a:t>
            </a:r>
            <a:endParaRPr sz="3200"/>
          </a:p>
        </p:txBody>
      </p:sp>
      <p:sp>
        <p:nvSpPr>
          <p:cNvPr id="696" name="Google Shape;696;p28"/>
          <p:cNvSpPr/>
          <p:nvPr/>
        </p:nvSpPr>
        <p:spPr>
          <a:xfrm>
            <a:off x="812800" y="2260600"/>
            <a:ext cx="3390900" cy="3048000"/>
          </a:xfrm>
          <a:prstGeom prst="roundRect">
            <a:avLst>
              <a:gd name="adj" fmla="val 3881"/>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697" name="Google Shape;697;p28"/>
          <p:cNvSpPr/>
          <p:nvPr/>
        </p:nvSpPr>
        <p:spPr>
          <a:xfrm>
            <a:off x="1066800" y="2540000"/>
            <a:ext cx="2895600"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600" spc="150">
                <a:solidFill>
                  <a:srgbClr val="A0A0AA"/>
                </a:solidFill>
                <a:latin typeface="Noto Sans KR"/>
                <a:ea typeface="Noto Sans KR"/>
                <a:cs typeface="Noto Sans KR"/>
                <a:sym typeface="Noto Sans KR"/>
              </a:rPr>
              <a:t>서비스 개발</a:t>
            </a:r>
            <a:endParaRPr sz="1600">
              <a:solidFill>
                <a:srgbClr val="A0A0AA"/>
              </a:solidFill>
              <a:latin typeface="Noto Sans KR"/>
              <a:ea typeface="Noto Sans KR"/>
              <a:cs typeface="Noto Sans KR"/>
              <a:sym typeface="Noto Sans KR"/>
            </a:endParaRPr>
          </a:p>
        </p:txBody>
      </p:sp>
      <p:sp>
        <p:nvSpPr>
          <p:cNvPr id="698" name="Google Shape;698;p28"/>
          <p:cNvSpPr/>
          <p:nvPr/>
        </p:nvSpPr>
        <p:spPr>
          <a:xfrm>
            <a:off x="1066800" y="3136900"/>
            <a:ext cx="2895600" cy="6096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2200" b="1">
                <a:solidFill>
                  <a:srgbClr val="F6C543"/>
                </a:solidFill>
                <a:latin typeface="Noto Sans KR"/>
                <a:ea typeface="Noto Sans KR"/>
                <a:cs typeface="Noto Sans KR"/>
                <a:sym typeface="Noto Sans KR"/>
              </a:rPr>
              <a:t>React + Spring Boot</a:t>
            </a:r>
            <a:endParaRPr sz="2200" b="1">
              <a:solidFill>
                <a:srgbClr val="F6C543"/>
              </a:solidFill>
              <a:latin typeface="Noto Sans KR"/>
              <a:ea typeface="Noto Sans KR"/>
              <a:cs typeface="Noto Sans KR"/>
              <a:sym typeface="Noto Sans KR"/>
            </a:endParaRPr>
          </a:p>
        </p:txBody>
      </p:sp>
      <p:sp>
        <p:nvSpPr>
          <p:cNvPr id="699" name="Google Shape;699;p28"/>
          <p:cNvSpPr/>
          <p:nvPr/>
        </p:nvSpPr>
        <p:spPr>
          <a:xfrm>
            <a:off x="1066800" y="4025900"/>
            <a:ext cx="2895600" cy="736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600">
                <a:solidFill>
                  <a:srgbClr val="F5F5F7"/>
                </a:solidFill>
                <a:latin typeface="Noto Sans KR"/>
                <a:ea typeface="Noto Sans KR"/>
                <a:cs typeface="Noto Sans KR"/>
                <a:sym typeface="Noto Sans KR"/>
              </a:rPr>
              <a:t>REST API와 인증 연동</a:t>
            </a:r>
            <a:endParaRPr sz="1600">
              <a:solidFill>
                <a:srgbClr val="F5F5F7"/>
              </a:solidFill>
              <a:latin typeface="Noto Sans KR"/>
              <a:ea typeface="Noto Sans KR"/>
              <a:cs typeface="Noto Sans KR"/>
              <a:sym typeface="Noto Sans KR"/>
            </a:endParaRPr>
          </a:p>
          <a:p>
            <a:pPr marL="0" marR="0" lvl="0" indent="0" algn="l" rtl="0">
              <a:lnSpc>
                <a:spcPct val="120000"/>
              </a:lnSpc>
              <a:spcBef>
                <a:spcPts val="0"/>
              </a:spcBef>
              <a:spcAft>
                <a:spcPts val="0"/>
              </a:spcAft>
              <a:buNone/>
            </a:pPr>
            <a:r>
              <a:rPr lang="en-US" sz="1600">
                <a:solidFill>
                  <a:srgbClr val="F5F5F7"/>
                </a:solidFill>
                <a:latin typeface="Noto Sans KR"/>
                <a:ea typeface="Noto Sans KR"/>
                <a:cs typeface="Noto Sans KR"/>
                <a:sym typeface="Noto Sans KR"/>
              </a:rPr>
              <a:t>SSE 알림과 QR 티켓 구현</a:t>
            </a:r>
            <a:endParaRPr sz="1600">
              <a:solidFill>
                <a:srgbClr val="F5F5F7"/>
              </a:solidFill>
              <a:latin typeface="Noto Sans KR"/>
              <a:ea typeface="Noto Sans KR"/>
              <a:cs typeface="Noto Sans KR"/>
              <a:sym typeface="Noto Sans KR"/>
            </a:endParaRPr>
          </a:p>
        </p:txBody>
      </p:sp>
      <p:sp>
        <p:nvSpPr>
          <p:cNvPr id="700" name="Google Shape;700;p28"/>
          <p:cNvSpPr/>
          <p:nvPr/>
        </p:nvSpPr>
        <p:spPr>
          <a:xfrm>
            <a:off x="4400550" y="2260600"/>
            <a:ext cx="3390900" cy="3048000"/>
          </a:xfrm>
          <a:prstGeom prst="roundRect">
            <a:avLst>
              <a:gd name="adj" fmla="val 3881"/>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701" name="Google Shape;701;p28"/>
          <p:cNvSpPr/>
          <p:nvPr/>
        </p:nvSpPr>
        <p:spPr>
          <a:xfrm>
            <a:off x="4654550" y="2540000"/>
            <a:ext cx="2895600"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600" spc="150">
                <a:solidFill>
                  <a:srgbClr val="A0A0AA"/>
                </a:solidFill>
                <a:latin typeface="Noto Sans KR"/>
                <a:ea typeface="Noto Sans KR"/>
                <a:cs typeface="Noto Sans KR"/>
                <a:sym typeface="Noto Sans KR"/>
              </a:rPr>
              <a:t>성능과 정합성</a:t>
            </a:r>
            <a:endParaRPr sz="1600">
              <a:solidFill>
                <a:srgbClr val="A0A0AA"/>
              </a:solidFill>
              <a:latin typeface="Noto Sans KR"/>
              <a:ea typeface="Noto Sans KR"/>
              <a:cs typeface="Noto Sans KR"/>
              <a:sym typeface="Noto Sans KR"/>
            </a:endParaRPr>
          </a:p>
        </p:txBody>
      </p:sp>
      <p:sp>
        <p:nvSpPr>
          <p:cNvPr id="702" name="Google Shape;702;p28"/>
          <p:cNvSpPr/>
          <p:nvPr/>
        </p:nvSpPr>
        <p:spPr>
          <a:xfrm>
            <a:off x="4654550" y="3136900"/>
            <a:ext cx="2895600" cy="6096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2200" b="1">
                <a:solidFill>
                  <a:srgbClr val="F6C543"/>
                </a:solidFill>
                <a:latin typeface="Noto Sans KR"/>
                <a:ea typeface="Noto Sans KR"/>
                <a:cs typeface="Noto Sans KR"/>
                <a:sym typeface="Noto Sans KR"/>
              </a:rPr>
              <a:t>MySQL + Redis</a:t>
            </a:r>
            <a:endParaRPr sz="2200" b="1">
              <a:solidFill>
                <a:srgbClr val="F6C543"/>
              </a:solidFill>
              <a:latin typeface="Noto Sans KR"/>
              <a:ea typeface="Noto Sans KR"/>
              <a:cs typeface="Noto Sans KR"/>
              <a:sym typeface="Noto Sans KR"/>
            </a:endParaRPr>
          </a:p>
        </p:txBody>
      </p:sp>
      <p:sp>
        <p:nvSpPr>
          <p:cNvPr id="703" name="Google Shape;703;p28"/>
          <p:cNvSpPr/>
          <p:nvPr/>
        </p:nvSpPr>
        <p:spPr>
          <a:xfrm>
            <a:off x="4654550" y="4025900"/>
            <a:ext cx="2895600" cy="736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600">
                <a:solidFill>
                  <a:srgbClr val="F5F5F7"/>
                </a:solidFill>
                <a:latin typeface="Noto Sans KR"/>
                <a:ea typeface="Noto Sans KR"/>
                <a:cs typeface="Noto Sans KR"/>
                <a:sym typeface="Noto Sans KR"/>
              </a:rPr>
              <a:t>캐시와 대기순번 처리</a:t>
            </a:r>
            <a:endParaRPr sz="1600">
              <a:solidFill>
                <a:srgbClr val="F5F5F7"/>
              </a:solidFill>
              <a:latin typeface="Noto Sans KR"/>
              <a:ea typeface="Noto Sans KR"/>
              <a:cs typeface="Noto Sans KR"/>
              <a:sym typeface="Noto Sans KR"/>
            </a:endParaRPr>
          </a:p>
          <a:p>
            <a:pPr marL="0" marR="0" lvl="0" indent="0" algn="l" rtl="0">
              <a:lnSpc>
                <a:spcPct val="120000"/>
              </a:lnSpc>
              <a:spcBef>
                <a:spcPts val="0"/>
              </a:spcBef>
              <a:spcAft>
                <a:spcPts val="0"/>
              </a:spcAft>
              <a:buNone/>
            </a:pPr>
            <a:r>
              <a:rPr lang="en-US" sz="1600">
                <a:solidFill>
                  <a:srgbClr val="F5F5F7"/>
                </a:solidFill>
                <a:latin typeface="Noto Sans KR"/>
                <a:ea typeface="Noto Sans KR"/>
                <a:cs typeface="Noto Sans KR"/>
                <a:sym typeface="Noto Sans KR"/>
              </a:rPr>
              <a:t>DB 잠금과 트랜잭션 적용</a:t>
            </a:r>
            <a:endParaRPr sz="1600">
              <a:solidFill>
                <a:srgbClr val="F5F5F7"/>
              </a:solidFill>
              <a:latin typeface="Noto Sans KR"/>
              <a:ea typeface="Noto Sans KR"/>
              <a:cs typeface="Noto Sans KR"/>
              <a:sym typeface="Noto Sans KR"/>
            </a:endParaRPr>
          </a:p>
        </p:txBody>
      </p:sp>
      <p:sp>
        <p:nvSpPr>
          <p:cNvPr id="704" name="Google Shape;704;p28"/>
          <p:cNvSpPr/>
          <p:nvPr/>
        </p:nvSpPr>
        <p:spPr>
          <a:xfrm>
            <a:off x="7988300" y="2260600"/>
            <a:ext cx="3390900" cy="3048000"/>
          </a:xfrm>
          <a:prstGeom prst="roundRect">
            <a:avLst>
              <a:gd name="adj" fmla="val 3996"/>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705" name="Google Shape;705;p28"/>
          <p:cNvSpPr/>
          <p:nvPr/>
        </p:nvSpPr>
        <p:spPr>
          <a:xfrm>
            <a:off x="8242300" y="2540000"/>
            <a:ext cx="2895600" cy="3429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600" spc="150">
                <a:solidFill>
                  <a:srgbClr val="A0A0AA"/>
                </a:solidFill>
                <a:latin typeface="Noto Sans KR"/>
                <a:ea typeface="Noto Sans KR"/>
                <a:cs typeface="Noto Sans KR"/>
                <a:sym typeface="Noto Sans KR"/>
              </a:rPr>
              <a:t>배포 자동화</a:t>
            </a:r>
            <a:endParaRPr sz="1600">
              <a:solidFill>
                <a:srgbClr val="A0A0AA"/>
              </a:solidFill>
              <a:latin typeface="Noto Sans KR"/>
              <a:ea typeface="Noto Sans KR"/>
              <a:cs typeface="Noto Sans KR"/>
              <a:sym typeface="Noto Sans KR"/>
            </a:endParaRPr>
          </a:p>
        </p:txBody>
      </p:sp>
      <p:sp>
        <p:nvSpPr>
          <p:cNvPr id="706" name="Google Shape;706;p28"/>
          <p:cNvSpPr/>
          <p:nvPr/>
        </p:nvSpPr>
        <p:spPr>
          <a:xfrm>
            <a:off x="8242300" y="3136900"/>
            <a:ext cx="2895600" cy="6096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2200" b="1">
                <a:solidFill>
                  <a:srgbClr val="F6C543"/>
                </a:solidFill>
                <a:latin typeface="Noto Sans KR"/>
                <a:ea typeface="Noto Sans KR"/>
                <a:cs typeface="Noto Sans KR"/>
                <a:sym typeface="Noto Sans KR"/>
              </a:rPr>
              <a:t>CI/CD + AWS</a:t>
            </a:r>
            <a:endParaRPr sz="2200" b="1">
              <a:solidFill>
                <a:srgbClr val="F6C543"/>
              </a:solidFill>
              <a:latin typeface="Noto Sans KR"/>
              <a:ea typeface="Noto Sans KR"/>
              <a:cs typeface="Noto Sans KR"/>
              <a:sym typeface="Noto Sans KR"/>
            </a:endParaRPr>
          </a:p>
        </p:txBody>
      </p:sp>
      <p:sp>
        <p:nvSpPr>
          <p:cNvPr id="707" name="Google Shape;707;p28"/>
          <p:cNvSpPr/>
          <p:nvPr/>
        </p:nvSpPr>
        <p:spPr>
          <a:xfrm>
            <a:off x="8242300" y="4025900"/>
            <a:ext cx="2895600" cy="736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600">
                <a:solidFill>
                  <a:srgbClr val="F5F5F7"/>
                </a:solidFill>
                <a:latin typeface="Noto Sans KR"/>
                <a:ea typeface="Noto Sans KR"/>
                <a:cs typeface="Noto Sans KR"/>
                <a:sym typeface="Noto Sans KR"/>
              </a:rPr>
              <a:t>GitHub Actions로 테스트</a:t>
            </a:r>
            <a:endParaRPr sz="1600">
              <a:solidFill>
                <a:srgbClr val="F5F5F7"/>
              </a:solidFill>
              <a:latin typeface="Noto Sans KR"/>
              <a:ea typeface="Noto Sans KR"/>
              <a:cs typeface="Noto Sans KR"/>
              <a:sym typeface="Noto Sans KR"/>
            </a:endParaRPr>
          </a:p>
          <a:p>
            <a:pPr marL="0" marR="0" lvl="0" indent="0" algn="l" rtl="0">
              <a:lnSpc>
                <a:spcPct val="120000"/>
              </a:lnSpc>
              <a:spcBef>
                <a:spcPts val="0"/>
              </a:spcBef>
              <a:spcAft>
                <a:spcPts val="0"/>
              </a:spcAft>
              <a:buNone/>
            </a:pPr>
            <a:r>
              <a:rPr lang="en-US" sz="1600">
                <a:solidFill>
                  <a:srgbClr val="F5F5F7"/>
                </a:solidFill>
                <a:latin typeface="Noto Sans KR"/>
                <a:ea typeface="Noto Sans KR"/>
                <a:cs typeface="Noto Sans KR"/>
                <a:sym typeface="Noto Sans KR"/>
              </a:rPr>
              <a:t>Docker 이미지로 AWS 배포</a:t>
            </a:r>
            <a:endParaRPr sz="1600">
              <a:solidFill>
                <a:srgbClr val="F5F5F7"/>
              </a:solidFill>
              <a:latin typeface="Noto Sans KR"/>
              <a:ea typeface="Noto Sans KR"/>
              <a:cs typeface="Noto Sans KR"/>
              <a:sym typeface="Noto Sans KR"/>
            </a:endParaRPr>
          </a:p>
        </p:txBody>
      </p:sp>
      <p:sp>
        <p:nvSpPr>
          <p:cNvPr id="708" name="Google Shape;708;p28"/>
          <p:cNvSpPr/>
          <p:nvPr/>
        </p:nvSpPr>
        <p:spPr>
          <a:xfrm>
            <a:off x="812800" y="6238242"/>
            <a:ext cx="5232400" cy="23876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709" name="Google Shape;709;p28"/>
          <p:cNvSpPr/>
          <p:nvPr/>
        </p:nvSpPr>
        <p:spPr>
          <a:xfrm>
            <a:off x="10058400" y="6238242"/>
            <a:ext cx="1320800" cy="23876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22</a:t>
            </a:r>
            <a:endParaRPr sz="1200">
              <a:solidFill>
                <a:srgbClr val="8E8E95"/>
              </a:solidFill>
              <a:latin typeface="Oswald"/>
              <a:ea typeface="Oswald"/>
              <a:cs typeface="Oswald"/>
              <a:sym typeface="Oswa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29"/>
          <p:cNvSpPr/>
          <p:nvPr/>
        </p:nvSpPr>
        <p:spPr>
          <a:xfrm>
            <a:off x="0" y="0"/>
            <a:ext cx="12192000" cy="50700"/>
          </a:xfrm>
          <a:prstGeom prst="rect">
            <a:avLst/>
          </a:prstGeom>
          <a:solidFill>
            <a:srgbClr val="F6C54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716" name="Google Shape;716;p29"/>
          <p:cNvSpPr/>
          <p:nvPr/>
        </p:nvSpPr>
        <p:spPr>
          <a:xfrm>
            <a:off x="812800" y="812800"/>
            <a:ext cx="10883400" cy="274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F6C543"/>
              </a:buClr>
              <a:buSzPts val="1400"/>
              <a:buFont typeface="Oswald"/>
              <a:buNone/>
            </a:pPr>
            <a:r>
              <a:rPr lang="en-US" b="1" spc="200">
                <a:solidFill>
                  <a:srgbClr val="F6C543"/>
                </a:solidFill>
                <a:latin typeface="Oswald"/>
                <a:ea typeface="Oswald"/>
                <a:cs typeface="Oswald"/>
                <a:sym typeface="Oswald"/>
              </a:rPr>
              <a:t>08 / 시연 및 결과</a:t>
            </a:r>
            <a:endParaRPr sz="1400">
              <a:solidFill>
                <a:schemeClr val="lt1"/>
              </a:solidFill>
              <a:latin typeface="Noto Sans KR"/>
              <a:ea typeface="Noto Sans KR"/>
              <a:cs typeface="Noto Sans KR"/>
              <a:sym typeface="Noto Sans KR"/>
            </a:endParaRPr>
          </a:p>
        </p:txBody>
      </p:sp>
      <p:sp>
        <p:nvSpPr>
          <p:cNvPr id="717" name="Google Shape;717;p29"/>
          <p:cNvSpPr txBox="1">
            <a:spLocks noGrp="1"/>
          </p:cNvSpPr>
          <p:nvPr>
            <p:ph type="title"/>
          </p:nvPr>
        </p:nvSpPr>
        <p:spPr>
          <a:xfrm>
            <a:off x="812800" y="1150627"/>
            <a:ext cx="10883400" cy="4929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5F5F7"/>
              </a:buClr>
              <a:buSzPts val="3200"/>
              <a:buFont typeface="Noto Sans KR"/>
              <a:buNone/>
            </a:pPr>
            <a:r>
              <a:rPr lang="en-US" b="1" spc="-50"/>
              <a:t>배운 점</a:t>
            </a:r>
            <a:endParaRPr sz="3200"/>
          </a:p>
        </p:txBody>
      </p:sp>
      <p:sp>
        <p:nvSpPr>
          <p:cNvPr id="718" name="Google Shape;718;p29"/>
          <p:cNvSpPr/>
          <p:nvPr/>
        </p:nvSpPr>
        <p:spPr>
          <a:xfrm>
            <a:off x="812800" y="2247900"/>
            <a:ext cx="5194200" cy="3238500"/>
          </a:xfrm>
          <a:prstGeom prst="roundRect">
            <a:avLst>
              <a:gd name="adj" fmla="val 4039"/>
            </a:avLst>
          </a:prstGeom>
          <a:solidFill>
            <a:srgbClr val="1A1A1D"/>
          </a:solidFill>
          <a:ln w="9525" cap="flat" cmpd="sng">
            <a:solidFill>
              <a:srgbClr val="2A2A2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719" name="Google Shape;719;p29"/>
          <p:cNvSpPr/>
          <p:nvPr/>
        </p:nvSpPr>
        <p:spPr>
          <a:xfrm>
            <a:off x="1092200" y="2514600"/>
            <a:ext cx="4635600" cy="292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300" b="1" spc="150">
                <a:solidFill>
                  <a:srgbClr val="F6C543"/>
                </a:solidFill>
                <a:latin typeface="Noto Sans KR"/>
                <a:ea typeface="Noto Sans KR"/>
                <a:cs typeface="Noto Sans KR"/>
                <a:sym typeface="Noto Sans KR"/>
              </a:rPr>
              <a:t>REACT + SPRING + MYSQL</a:t>
            </a:r>
            <a:endParaRPr sz="1300" b="1">
              <a:solidFill>
                <a:srgbClr val="F6C543"/>
              </a:solidFill>
              <a:latin typeface="Noto Sans KR"/>
              <a:ea typeface="Noto Sans KR"/>
              <a:cs typeface="Noto Sans KR"/>
              <a:sym typeface="Noto Sans KR"/>
            </a:endParaRPr>
          </a:p>
        </p:txBody>
      </p:sp>
      <p:sp>
        <p:nvSpPr>
          <p:cNvPr id="720" name="Google Shape;720;p29"/>
          <p:cNvSpPr/>
          <p:nvPr/>
        </p:nvSpPr>
        <p:spPr>
          <a:xfrm>
            <a:off x="1092200" y="2971800"/>
            <a:ext cx="4635600" cy="4446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2300" b="1">
                <a:solidFill>
                  <a:srgbClr val="F5F5F7"/>
                </a:solidFill>
                <a:latin typeface="Noto Sans KR"/>
                <a:ea typeface="Noto Sans KR"/>
                <a:cs typeface="Noto Sans KR"/>
                <a:sym typeface="Noto Sans KR"/>
              </a:rPr>
              <a:t>서비스를 연결하는 설계</a:t>
            </a:r>
            <a:endParaRPr sz="2300" b="1">
              <a:solidFill>
                <a:srgbClr val="F5F5F7"/>
              </a:solidFill>
              <a:latin typeface="Noto Sans KR"/>
              <a:ea typeface="Noto Sans KR"/>
              <a:cs typeface="Noto Sans KR"/>
              <a:sym typeface="Noto Sans KR"/>
            </a:endParaRPr>
          </a:p>
        </p:txBody>
      </p:sp>
      <p:sp>
        <p:nvSpPr>
          <p:cNvPr id="721" name="Google Shape;721;p29"/>
          <p:cNvSpPr/>
          <p:nvPr/>
        </p:nvSpPr>
        <p:spPr>
          <a:xfrm>
            <a:off x="1092200" y="3733800"/>
            <a:ext cx="355500" cy="355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b="1">
                <a:solidFill>
                  <a:srgbClr val="F6C543"/>
                </a:solidFill>
                <a:latin typeface="Noto Sans KR"/>
                <a:ea typeface="Noto Sans KR"/>
                <a:cs typeface="Noto Sans KR"/>
                <a:sym typeface="Noto Sans KR"/>
              </a:rPr>
              <a:t>01</a:t>
            </a:r>
            <a:endParaRPr b="1">
              <a:solidFill>
                <a:srgbClr val="F6C543"/>
              </a:solidFill>
              <a:latin typeface="Noto Sans KR"/>
              <a:ea typeface="Noto Sans KR"/>
              <a:cs typeface="Noto Sans KR"/>
              <a:sym typeface="Noto Sans KR"/>
            </a:endParaRPr>
          </a:p>
        </p:txBody>
      </p:sp>
      <p:sp>
        <p:nvSpPr>
          <p:cNvPr id="722" name="Google Shape;722;p29"/>
          <p:cNvSpPr/>
          <p:nvPr/>
        </p:nvSpPr>
        <p:spPr>
          <a:xfrm>
            <a:off x="1549400" y="3733800"/>
            <a:ext cx="4114800" cy="381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600">
                <a:solidFill>
                  <a:srgbClr val="F5F5F7"/>
                </a:solidFill>
                <a:latin typeface="Noto Sans KR"/>
                <a:ea typeface="Noto Sans KR"/>
                <a:cs typeface="Noto Sans KR"/>
                <a:sym typeface="Noto Sans KR"/>
              </a:rPr>
              <a:t>API 규약과 인증 흐름의 일관성</a:t>
            </a:r>
            <a:endParaRPr sz="1600">
              <a:solidFill>
                <a:srgbClr val="F5F5F7"/>
              </a:solidFill>
              <a:latin typeface="Noto Sans KR"/>
              <a:ea typeface="Noto Sans KR"/>
              <a:cs typeface="Noto Sans KR"/>
              <a:sym typeface="Noto Sans KR"/>
            </a:endParaRPr>
          </a:p>
        </p:txBody>
      </p:sp>
      <p:sp>
        <p:nvSpPr>
          <p:cNvPr id="723" name="Google Shape;723;p29"/>
          <p:cNvSpPr/>
          <p:nvPr/>
        </p:nvSpPr>
        <p:spPr>
          <a:xfrm>
            <a:off x="1092200" y="4279900"/>
            <a:ext cx="355500" cy="355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b="1">
                <a:solidFill>
                  <a:srgbClr val="F6C543"/>
                </a:solidFill>
                <a:latin typeface="Noto Sans KR"/>
                <a:ea typeface="Noto Sans KR"/>
                <a:cs typeface="Noto Sans KR"/>
                <a:sym typeface="Noto Sans KR"/>
              </a:rPr>
              <a:t>02</a:t>
            </a:r>
            <a:endParaRPr b="1">
              <a:solidFill>
                <a:srgbClr val="F6C543"/>
              </a:solidFill>
              <a:latin typeface="Noto Sans KR"/>
              <a:ea typeface="Noto Sans KR"/>
              <a:cs typeface="Noto Sans KR"/>
              <a:sym typeface="Noto Sans KR"/>
            </a:endParaRPr>
          </a:p>
        </p:txBody>
      </p:sp>
      <p:sp>
        <p:nvSpPr>
          <p:cNvPr id="724" name="Google Shape;724;p29"/>
          <p:cNvSpPr/>
          <p:nvPr/>
        </p:nvSpPr>
        <p:spPr>
          <a:xfrm>
            <a:off x="1549400" y="4279900"/>
            <a:ext cx="4114800" cy="381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600">
                <a:solidFill>
                  <a:srgbClr val="F5F5F7"/>
                </a:solidFill>
                <a:latin typeface="Noto Sans KR"/>
                <a:ea typeface="Noto Sans KR"/>
                <a:cs typeface="Noto Sans KR"/>
                <a:sym typeface="Noto Sans KR"/>
              </a:rPr>
              <a:t>데이터 관계와 상태 전이 설계</a:t>
            </a:r>
            <a:endParaRPr sz="1600">
              <a:solidFill>
                <a:srgbClr val="F5F5F7"/>
              </a:solidFill>
              <a:latin typeface="Noto Sans KR"/>
              <a:ea typeface="Noto Sans KR"/>
              <a:cs typeface="Noto Sans KR"/>
              <a:sym typeface="Noto Sans KR"/>
            </a:endParaRPr>
          </a:p>
        </p:txBody>
      </p:sp>
      <p:sp>
        <p:nvSpPr>
          <p:cNvPr id="725" name="Google Shape;725;p29"/>
          <p:cNvSpPr/>
          <p:nvPr/>
        </p:nvSpPr>
        <p:spPr>
          <a:xfrm>
            <a:off x="1092200" y="4826000"/>
            <a:ext cx="355500" cy="355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b="1">
                <a:solidFill>
                  <a:srgbClr val="F6C543"/>
                </a:solidFill>
                <a:latin typeface="Noto Sans KR"/>
                <a:ea typeface="Noto Sans KR"/>
                <a:cs typeface="Noto Sans KR"/>
                <a:sym typeface="Noto Sans KR"/>
              </a:rPr>
              <a:t>03</a:t>
            </a:r>
            <a:endParaRPr b="1">
              <a:solidFill>
                <a:srgbClr val="F6C543"/>
              </a:solidFill>
              <a:latin typeface="Noto Sans KR"/>
              <a:ea typeface="Noto Sans KR"/>
              <a:cs typeface="Noto Sans KR"/>
              <a:sym typeface="Noto Sans KR"/>
            </a:endParaRPr>
          </a:p>
        </p:txBody>
      </p:sp>
      <p:sp>
        <p:nvSpPr>
          <p:cNvPr id="726" name="Google Shape;726;p29"/>
          <p:cNvSpPr/>
          <p:nvPr/>
        </p:nvSpPr>
        <p:spPr>
          <a:xfrm>
            <a:off x="1549400" y="4826000"/>
            <a:ext cx="4114800" cy="381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600">
                <a:solidFill>
                  <a:srgbClr val="F5F5F7"/>
                </a:solidFill>
                <a:latin typeface="Noto Sans KR"/>
                <a:ea typeface="Noto Sans KR"/>
                <a:cs typeface="Noto Sans KR"/>
                <a:sym typeface="Noto Sans KR"/>
              </a:rPr>
              <a:t>트랜잭션과 잠금으로 정합성 유지</a:t>
            </a:r>
            <a:endParaRPr sz="1600">
              <a:solidFill>
                <a:srgbClr val="F5F5F7"/>
              </a:solidFill>
              <a:latin typeface="Noto Sans KR"/>
              <a:ea typeface="Noto Sans KR"/>
              <a:cs typeface="Noto Sans KR"/>
              <a:sym typeface="Noto Sans KR"/>
            </a:endParaRPr>
          </a:p>
        </p:txBody>
      </p:sp>
      <p:sp>
        <p:nvSpPr>
          <p:cNvPr id="727" name="Google Shape;727;p29"/>
          <p:cNvSpPr/>
          <p:nvPr/>
        </p:nvSpPr>
        <p:spPr>
          <a:xfrm>
            <a:off x="6184900" y="2247900"/>
            <a:ext cx="5194200" cy="3238500"/>
          </a:xfrm>
          <a:prstGeom prst="roundRect">
            <a:avLst>
              <a:gd name="adj" fmla="val 3918"/>
            </a:avLst>
          </a:prstGeom>
          <a:solidFill>
            <a:srgbClr val="1A1A1D"/>
          </a:solidFill>
          <a:ln w="12700" cap="flat" cmpd="sng">
            <a:solidFill>
              <a:srgbClr val="F6C54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sp>
        <p:nvSpPr>
          <p:cNvPr id="728" name="Google Shape;728;p29"/>
          <p:cNvSpPr/>
          <p:nvPr/>
        </p:nvSpPr>
        <p:spPr>
          <a:xfrm>
            <a:off x="6464300" y="2514600"/>
            <a:ext cx="4635600" cy="292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300" b="1" spc="150">
                <a:solidFill>
                  <a:srgbClr val="F6C543"/>
                </a:solidFill>
                <a:latin typeface="Noto Sans KR"/>
                <a:ea typeface="Noto Sans KR"/>
                <a:cs typeface="Noto Sans KR"/>
                <a:sym typeface="Noto Sans KR"/>
              </a:rPr>
              <a:t>REDIS + CI/CD + AWS</a:t>
            </a:r>
            <a:endParaRPr sz="1300" b="1">
              <a:solidFill>
                <a:srgbClr val="F6C543"/>
              </a:solidFill>
              <a:latin typeface="Noto Sans KR"/>
              <a:ea typeface="Noto Sans KR"/>
              <a:cs typeface="Noto Sans KR"/>
              <a:sym typeface="Noto Sans KR"/>
            </a:endParaRPr>
          </a:p>
        </p:txBody>
      </p:sp>
      <p:sp>
        <p:nvSpPr>
          <p:cNvPr id="729" name="Google Shape;729;p29"/>
          <p:cNvSpPr/>
          <p:nvPr/>
        </p:nvSpPr>
        <p:spPr>
          <a:xfrm>
            <a:off x="6464300" y="2971800"/>
            <a:ext cx="4635600" cy="4446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2300" b="1">
                <a:solidFill>
                  <a:srgbClr val="F5F5F7"/>
                </a:solidFill>
                <a:latin typeface="Noto Sans KR"/>
                <a:ea typeface="Noto Sans KR"/>
                <a:cs typeface="Noto Sans KR"/>
                <a:sym typeface="Noto Sans KR"/>
              </a:rPr>
              <a:t>성능과 운영까지 검증</a:t>
            </a:r>
            <a:endParaRPr sz="2300" b="1">
              <a:solidFill>
                <a:srgbClr val="F5F5F7"/>
              </a:solidFill>
              <a:latin typeface="Noto Sans KR"/>
              <a:ea typeface="Noto Sans KR"/>
              <a:cs typeface="Noto Sans KR"/>
              <a:sym typeface="Noto Sans KR"/>
            </a:endParaRPr>
          </a:p>
        </p:txBody>
      </p:sp>
      <p:sp>
        <p:nvSpPr>
          <p:cNvPr id="730" name="Google Shape;730;p29"/>
          <p:cNvSpPr/>
          <p:nvPr/>
        </p:nvSpPr>
        <p:spPr>
          <a:xfrm>
            <a:off x="6464300" y="3733800"/>
            <a:ext cx="355500" cy="355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b="1">
                <a:solidFill>
                  <a:srgbClr val="F6C543"/>
                </a:solidFill>
                <a:latin typeface="Noto Sans KR"/>
                <a:ea typeface="Noto Sans KR"/>
                <a:cs typeface="Noto Sans KR"/>
                <a:sym typeface="Noto Sans KR"/>
              </a:rPr>
              <a:t>01</a:t>
            </a:r>
            <a:endParaRPr b="1">
              <a:solidFill>
                <a:srgbClr val="F6C543"/>
              </a:solidFill>
              <a:latin typeface="Noto Sans KR"/>
              <a:ea typeface="Noto Sans KR"/>
              <a:cs typeface="Noto Sans KR"/>
              <a:sym typeface="Noto Sans KR"/>
            </a:endParaRPr>
          </a:p>
        </p:txBody>
      </p:sp>
      <p:sp>
        <p:nvSpPr>
          <p:cNvPr id="731" name="Google Shape;731;p29"/>
          <p:cNvSpPr/>
          <p:nvPr/>
        </p:nvSpPr>
        <p:spPr>
          <a:xfrm>
            <a:off x="6921500" y="3733800"/>
            <a:ext cx="4114800" cy="381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600">
                <a:solidFill>
                  <a:srgbClr val="F5F5F7"/>
                </a:solidFill>
                <a:latin typeface="Noto Sans KR"/>
                <a:ea typeface="Noto Sans KR"/>
                <a:cs typeface="Noto Sans KR"/>
                <a:sym typeface="Noto Sans KR"/>
              </a:rPr>
              <a:t>캐시 일관성과 비동기 실패 처리</a:t>
            </a:r>
            <a:endParaRPr sz="1600">
              <a:solidFill>
                <a:srgbClr val="F5F5F7"/>
              </a:solidFill>
              <a:latin typeface="Noto Sans KR"/>
              <a:ea typeface="Noto Sans KR"/>
              <a:cs typeface="Noto Sans KR"/>
              <a:sym typeface="Noto Sans KR"/>
            </a:endParaRPr>
          </a:p>
        </p:txBody>
      </p:sp>
      <p:sp>
        <p:nvSpPr>
          <p:cNvPr id="732" name="Google Shape;732;p29"/>
          <p:cNvSpPr/>
          <p:nvPr/>
        </p:nvSpPr>
        <p:spPr>
          <a:xfrm>
            <a:off x="6464300" y="4279900"/>
            <a:ext cx="355500" cy="355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b="1">
                <a:solidFill>
                  <a:srgbClr val="F6C543"/>
                </a:solidFill>
                <a:latin typeface="Noto Sans KR"/>
                <a:ea typeface="Noto Sans KR"/>
                <a:cs typeface="Noto Sans KR"/>
                <a:sym typeface="Noto Sans KR"/>
              </a:rPr>
              <a:t>02</a:t>
            </a:r>
            <a:endParaRPr b="1">
              <a:solidFill>
                <a:srgbClr val="F6C543"/>
              </a:solidFill>
              <a:latin typeface="Noto Sans KR"/>
              <a:ea typeface="Noto Sans KR"/>
              <a:cs typeface="Noto Sans KR"/>
              <a:sym typeface="Noto Sans KR"/>
            </a:endParaRPr>
          </a:p>
        </p:txBody>
      </p:sp>
      <p:sp>
        <p:nvSpPr>
          <p:cNvPr id="733" name="Google Shape;733;p29"/>
          <p:cNvSpPr/>
          <p:nvPr/>
        </p:nvSpPr>
        <p:spPr>
          <a:xfrm>
            <a:off x="6921500" y="4279900"/>
            <a:ext cx="4114800" cy="381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600">
                <a:solidFill>
                  <a:srgbClr val="F5F5F7"/>
                </a:solidFill>
                <a:latin typeface="Noto Sans KR"/>
                <a:ea typeface="Noto Sans KR"/>
                <a:cs typeface="Noto Sans KR"/>
                <a:sym typeface="Noto Sans KR"/>
              </a:rPr>
              <a:t>같은 조건의 측정으로 병목 확인</a:t>
            </a:r>
            <a:endParaRPr sz="1600">
              <a:solidFill>
                <a:srgbClr val="F5F5F7"/>
              </a:solidFill>
              <a:latin typeface="Noto Sans KR"/>
              <a:ea typeface="Noto Sans KR"/>
              <a:cs typeface="Noto Sans KR"/>
              <a:sym typeface="Noto Sans KR"/>
            </a:endParaRPr>
          </a:p>
        </p:txBody>
      </p:sp>
      <p:sp>
        <p:nvSpPr>
          <p:cNvPr id="734" name="Google Shape;734;p29"/>
          <p:cNvSpPr/>
          <p:nvPr/>
        </p:nvSpPr>
        <p:spPr>
          <a:xfrm>
            <a:off x="6464300" y="4826000"/>
            <a:ext cx="355500" cy="3555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b="1">
                <a:solidFill>
                  <a:srgbClr val="F6C543"/>
                </a:solidFill>
                <a:latin typeface="Noto Sans KR"/>
                <a:ea typeface="Noto Sans KR"/>
                <a:cs typeface="Noto Sans KR"/>
                <a:sym typeface="Noto Sans KR"/>
              </a:rPr>
              <a:t>03</a:t>
            </a:r>
            <a:endParaRPr b="1">
              <a:solidFill>
                <a:srgbClr val="F6C543"/>
              </a:solidFill>
              <a:latin typeface="Noto Sans KR"/>
              <a:ea typeface="Noto Sans KR"/>
              <a:cs typeface="Noto Sans KR"/>
              <a:sym typeface="Noto Sans KR"/>
            </a:endParaRPr>
          </a:p>
        </p:txBody>
      </p:sp>
      <p:sp>
        <p:nvSpPr>
          <p:cNvPr id="735" name="Google Shape;735;p29"/>
          <p:cNvSpPr/>
          <p:nvPr/>
        </p:nvSpPr>
        <p:spPr>
          <a:xfrm>
            <a:off x="6921500" y="4826000"/>
            <a:ext cx="4114800" cy="381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1600">
                <a:solidFill>
                  <a:srgbClr val="F5F5F7"/>
                </a:solidFill>
                <a:latin typeface="Noto Sans KR"/>
                <a:ea typeface="Noto Sans KR"/>
                <a:cs typeface="Noto Sans KR"/>
                <a:sym typeface="Noto Sans KR"/>
              </a:rPr>
              <a:t>자동 테스트와 배포 환경 검증</a:t>
            </a:r>
            <a:endParaRPr sz="1600">
              <a:solidFill>
                <a:srgbClr val="F5F5F7"/>
              </a:solidFill>
              <a:latin typeface="Noto Sans KR"/>
              <a:ea typeface="Noto Sans KR"/>
              <a:cs typeface="Noto Sans KR"/>
              <a:sym typeface="Noto Sans KR"/>
            </a:endParaRPr>
          </a:p>
        </p:txBody>
      </p:sp>
      <p:sp>
        <p:nvSpPr>
          <p:cNvPr id="736" name="Google Shape;736;p29"/>
          <p:cNvSpPr/>
          <p:nvPr/>
        </p:nvSpPr>
        <p:spPr>
          <a:xfrm>
            <a:off x="812800" y="6238242"/>
            <a:ext cx="5232300" cy="2388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Clr>
                <a:srgbClr val="8E8E95"/>
              </a:buClr>
              <a:buSzPts val="1200"/>
              <a:buFont typeface="Noto Sans KR"/>
              <a:buNone/>
            </a:pPr>
            <a:r>
              <a:rPr lang="en-US" sz="1200">
                <a:solidFill>
                  <a:srgbClr val="8E8E95"/>
                </a:solidFill>
                <a:latin typeface="Noto Sans KR"/>
                <a:ea typeface="Noto Sans KR"/>
                <a:cs typeface="Noto Sans KR"/>
                <a:sym typeface="Noto Sans KR"/>
              </a:rPr>
              <a:t>SmartTicketing</a:t>
            </a:r>
            <a:endParaRPr sz="1200">
              <a:solidFill>
                <a:schemeClr val="lt1"/>
              </a:solidFill>
              <a:latin typeface="Noto Sans KR"/>
              <a:ea typeface="Noto Sans KR"/>
              <a:cs typeface="Noto Sans KR"/>
              <a:sym typeface="Noto Sans KR"/>
            </a:endParaRPr>
          </a:p>
        </p:txBody>
      </p:sp>
      <p:sp>
        <p:nvSpPr>
          <p:cNvPr id="737" name="Google Shape;737;p29"/>
          <p:cNvSpPr/>
          <p:nvPr/>
        </p:nvSpPr>
        <p:spPr>
          <a:xfrm>
            <a:off x="10058400" y="6238242"/>
            <a:ext cx="1320900" cy="238800"/>
          </a:xfrm>
          <a:prstGeom prst="rect">
            <a:avLst/>
          </a:prstGeom>
          <a:noFill/>
          <a:ln>
            <a:noFill/>
          </a:ln>
        </p:spPr>
        <p:txBody>
          <a:bodyPr spcFirstLastPara="1" wrap="square" lIns="0" tIns="0" rIns="0" bIns="0" anchor="t" anchorCtr="0">
            <a:noAutofit/>
          </a:bodyPr>
          <a:lstStyle/>
          <a:p>
            <a:pPr marL="0" marR="0" lvl="0" indent="0" algn="r" rtl="0">
              <a:lnSpc>
                <a:spcPct val="140000"/>
              </a:lnSpc>
              <a:spcBef>
                <a:spcPts val="0"/>
              </a:spcBef>
              <a:spcAft>
                <a:spcPts val="0"/>
              </a:spcAft>
              <a:buClr>
                <a:srgbClr val="8E8E95"/>
              </a:buClr>
              <a:buSzPts val="1200"/>
              <a:buFont typeface="Oswald"/>
              <a:buNone/>
            </a:pPr>
            <a:r>
              <a:rPr lang="en-US" sz="1200">
                <a:solidFill>
                  <a:srgbClr val="8E8E95"/>
                </a:solidFill>
                <a:latin typeface="Oswald"/>
                <a:ea typeface="Oswald"/>
                <a:cs typeface="Oswald"/>
                <a:sym typeface="Oswald"/>
              </a:rPr>
              <a:t>23</a:t>
            </a:r>
            <a:endParaRPr sz="1200">
              <a:solidFill>
                <a:srgbClr val="8E8E95"/>
              </a:solidFill>
              <a:latin typeface="Oswald"/>
              <a:ea typeface="Oswald"/>
              <a:cs typeface="Oswald"/>
              <a:sym typeface="Oswa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30"/>
          <p:cNvSpPr/>
          <p:nvPr/>
        </p:nvSpPr>
        <p:spPr>
          <a:xfrm>
            <a:off x="0" y="0"/>
            <a:ext cx="12192000" cy="4826000"/>
          </a:xfrm>
          <a:prstGeom prst="rect">
            <a:avLst/>
          </a:prstGeom>
          <a:gradFill>
            <a:gsLst>
              <a:gs pos="0">
                <a:srgbClr val="FFFFFF">
                  <a:alpha val="20000"/>
                </a:srgbClr>
              </a:gs>
              <a:gs pos="62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Noto Sans KR"/>
              <a:ea typeface="Noto Sans KR"/>
              <a:cs typeface="Noto Sans KR"/>
              <a:sym typeface="Noto Sans KR"/>
            </a:endParaRPr>
          </a:p>
        </p:txBody>
      </p:sp>
      <p:pic>
        <p:nvPicPr>
          <p:cNvPr id="744" name="Google Shape;744;p30" descr="preencoded.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745" name="Google Shape;745;p30"/>
          <p:cNvSpPr/>
          <p:nvPr/>
        </p:nvSpPr>
        <p:spPr>
          <a:xfrm>
            <a:off x="4884519" y="2307592"/>
            <a:ext cx="2422922" cy="2921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F6C543"/>
              </a:buClr>
              <a:buSzPts val="1500"/>
              <a:buFont typeface="Oswald"/>
              <a:buNone/>
            </a:pPr>
            <a:r>
              <a:rPr lang="en-US" sz="1500" b="1" spc="400">
                <a:solidFill>
                  <a:srgbClr val="F6C543"/>
                </a:solidFill>
                <a:latin typeface="Oswald"/>
                <a:ea typeface="Oswald"/>
                <a:cs typeface="Oswald"/>
                <a:sym typeface="Oswald"/>
              </a:rPr>
              <a:t>SMART TICKETING</a:t>
            </a:r>
            <a:endParaRPr sz="1500">
              <a:solidFill>
                <a:schemeClr val="lt1"/>
              </a:solidFill>
              <a:latin typeface="Noto Sans KR"/>
              <a:ea typeface="Noto Sans KR"/>
              <a:cs typeface="Noto Sans KR"/>
              <a:sym typeface="Noto Sans KR"/>
            </a:endParaRPr>
          </a:p>
        </p:txBody>
      </p:sp>
      <p:sp>
        <p:nvSpPr>
          <p:cNvPr id="746" name="Google Shape;746;p30"/>
          <p:cNvSpPr txBox="1">
            <a:spLocks noGrp="1"/>
          </p:cNvSpPr>
          <p:nvPr>
            <p:ph type="title"/>
          </p:nvPr>
        </p:nvSpPr>
        <p:spPr>
          <a:xfrm>
            <a:off x="4030980" y="2752105"/>
            <a:ext cx="4130040" cy="863600"/>
          </a:xfrm>
          <a:prstGeom prst="rect">
            <a:avLst/>
          </a:prstGeom>
          <a:noFill/>
          <a:ln>
            <a:noFill/>
          </a:ln>
        </p:spPr>
        <p:txBody>
          <a:bodyPr spcFirstLastPara="1" wrap="square" lIns="0" tIns="0" rIns="0" bIns="0" anchor="t" anchorCtr="0">
            <a:normAutofit fontScale="90000"/>
          </a:bodyPr>
          <a:lstStyle/>
          <a:p>
            <a:pPr marL="0" lvl="0" indent="0" algn="ctr" rtl="0">
              <a:lnSpc>
                <a:spcPct val="110000"/>
              </a:lnSpc>
              <a:spcBef>
                <a:spcPts val="0"/>
              </a:spcBef>
              <a:spcAft>
                <a:spcPts val="0"/>
              </a:spcAft>
              <a:buClr>
                <a:srgbClr val="F5F5F7"/>
              </a:buClr>
              <a:buSzPts val="6000"/>
              <a:buFont typeface="Noto Sans KR"/>
              <a:buNone/>
            </a:pPr>
            <a:r>
              <a:rPr lang="en-US" sz="6000" b="1" i="0" spc="-100">
                <a:solidFill>
                  <a:srgbClr val="F5F5F7"/>
                </a:solidFill>
                <a:latin typeface="Noto Sans KR"/>
                <a:ea typeface="Noto Sans KR"/>
                <a:cs typeface="Noto Sans KR"/>
                <a:sym typeface="Noto Sans KR"/>
              </a:rPr>
              <a:t>감사합니다</a:t>
            </a:r>
            <a:endParaRPr sz="6000"/>
          </a:p>
        </p:txBody>
      </p:sp>
      <p:sp>
        <p:nvSpPr>
          <p:cNvPr id="747" name="Google Shape;747;p30"/>
          <p:cNvSpPr/>
          <p:nvPr/>
        </p:nvSpPr>
        <p:spPr>
          <a:xfrm>
            <a:off x="5652659" y="3768105"/>
            <a:ext cx="886682" cy="38100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D6D6DA"/>
              </a:buClr>
              <a:buSzPts val="2000"/>
              <a:buFont typeface="Oswald"/>
              <a:buNone/>
            </a:pPr>
            <a:r>
              <a:rPr lang="en-US" sz="2000" spc="300">
                <a:solidFill>
                  <a:srgbClr val="D6D6DA"/>
                </a:solidFill>
                <a:latin typeface="Oswald"/>
                <a:ea typeface="Oswald"/>
                <a:cs typeface="Oswald"/>
                <a:sym typeface="Oswald"/>
              </a:rPr>
              <a:t>Q &amp; A</a:t>
            </a:r>
            <a:endParaRPr sz="2000">
              <a:solidFill>
                <a:schemeClr val="lt1"/>
              </a:solidFill>
              <a:latin typeface="Noto Sans KR"/>
              <a:ea typeface="Noto Sans KR"/>
              <a:cs typeface="Noto Sans KR"/>
              <a:sym typeface="Noto Sans KR"/>
            </a:endParaRPr>
          </a:p>
        </p:txBody>
      </p:sp>
      <p:sp>
        <p:nvSpPr>
          <p:cNvPr id="748" name="Google Shape;748;p30"/>
          <p:cNvSpPr/>
          <p:nvPr/>
        </p:nvSpPr>
        <p:spPr>
          <a:xfrm>
            <a:off x="4879896" y="4301505"/>
            <a:ext cx="2432209" cy="274320"/>
          </a:xfrm>
          <a:prstGeom prst="rect">
            <a:avLst/>
          </a:prstGeom>
          <a:noFill/>
          <a:ln>
            <a:noFill/>
          </a:ln>
        </p:spPr>
        <p:txBody>
          <a:bodyPr spcFirstLastPara="1" wrap="square" lIns="0" tIns="0" rIns="0" bIns="0" anchor="t" anchorCtr="0">
            <a:noAutofit/>
          </a:bodyPr>
          <a:lstStyle/>
          <a:p>
            <a:pPr marL="0" marR="0" lvl="0" indent="0" algn="ctr" rtl="0">
              <a:lnSpc>
                <a:spcPct val="140000"/>
              </a:lnSpc>
              <a:spcBef>
                <a:spcPts val="0"/>
              </a:spcBef>
              <a:spcAft>
                <a:spcPts val="0"/>
              </a:spcAft>
              <a:buClr>
                <a:srgbClr val="9C9CA3"/>
              </a:buClr>
              <a:buSzPts val="1400"/>
              <a:buFont typeface="Noto Sans KR"/>
              <a:buNone/>
            </a:pPr>
            <a:r>
              <a:rPr lang="en-US" sz="1400" spc="100">
                <a:solidFill>
                  <a:srgbClr val="9C9CA3"/>
                </a:solidFill>
                <a:latin typeface="Noto Sans KR"/>
                <a:ea typeface="Noto Sans KR"/>
                <a:cs typeface="Noto Sans KR"/>
                <a:sym typeface="Noto Sans KR"/>
              </a:rPr>
              <a:t>주상혁 · 이연화 · 안정현</a:t>
            </a:r>
            <a:endParaRPr sz="1400">
              <a:solidFill>
                <a:schemeClr val="lt1"/>
              </a:solidFill>
              <a:latin typeface="Noto Sans KR"/>
              <a:ea typeface="Noto Sans KR"/>
              <a:cs typeface="Noto Sans KR"/>
              <a:sym typeface="Noto Sans KR"/>
            </a:endParaRPr>
          </a:p>
        </p:txBody>
      </p:sp>
    </p:spTree>
  </p:cSld>
  <p:clrMapOvr>
    <a:masterClrMapping/>
  </p:clrMapOvr>
</p:sld>
</file>

<file path=ppt/theme/theme1.xml><?xml version="1.0" encoding="utf-8"?>
<a:theme xmlns:a="http://schemas.openxmlformats.org/drawingml/2006/main" name="SmartTicketing 발표">
  <a:themeElements>
    <a:clrScheme name="SmartTicketing 발표">
      <a:dk1>
        <a:srgbClr val="0F0F11"/>
      </a:dk1>
      <a:lt1>
        <a:srgbClr val="F5F5F7"/>
      </a:lt1>
      <a:dk2>
        <a:srgbClr val="262628"/>
      </a:dk2>
      <a:lt2>
        <a:srgbClr val="BCBCBE"/>
      </a:lt2>
      <a:accent1>
        <a:srgbClr val="F6C543"/>
      </a:accent1>
      <a:accent2>
        <a:srgbClr val="B8B8BE"/>
      </a:accent2>
      <a:accent3>
        <a:srgbClr val="8E8E95"/>
      </a:accent3>
      <a:accent4>
        <a:srgbClr val="D6D6DA"/>
      </a:accent4>
      <a:accent5>
        <a:srgbClr val="6B6B72"/>
      </a:accent5>
      <a:accent6>
        <a:srgbClr val="3A3A4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martTicketing 발표">
  <a:themeElements>
    <a:clrScheme name="SmartTicketing 발표">
      <a:dk1>
        <a:srgbClr val="0F0F11"/>
      </a:dk1>
      <a:lt1>
        <a:srgbClr val="F5F5F7"/>
      </a:lt1>
      <a:dk2>
        <a:srgbClr val="262628"/>
      </a:dk2>
      <a:lt2>
        <a:srgbClr val="BCBCBE"/>
      </a:lt2>
      <a:accent1>
        <a:srgbClr val="F6C543"/>
      </a:accent1>
      <a:accent2>
        <a:srgbClr val="B8B8BE"/>
      </a:accent2>
      <a:accent3>
        <a:srgbClr val="8E8E95"/>
      </a:accent3>
      <a:accent4>
        <a:srgbClr val="D6D6DA"/>
      </a:accent4>
      <a:accent5>
        <a:srgbClr val="6B6B72"/>
      </a:accent5>
      <a:accent6>
        <a:srgbClr val="3A3A4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2515</Words>
  <Application>Microsoft Office PowerPoint</Application>
  <PresentationFormat>와이드스크린</PresentationFormat>
  <Paragraphs>465</Paragraphs>
  <Slides>24</Slides>
  <Notes>24</Notes>
  <HiddenSlides>0</HiddenSlides>
  <MMClips>1</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24</vt:i4>
      </vt:variant>
    </vt:vector>
  </HeadingPairs>
  <TitlesOfParts>
    <vt:vector size="31" baseType="lpstr">
      <vt:lpstr>Arial</vt:lpstr>
      <vt:lpstr>Roboto Mono</vt:lpstr>
      <vt:lpstr>Malgun Gothic</vt:lpstr>
      <vt:lpstr>Noto Sans KR</vt:lpstr>
      <vt:lpstr>Oswald</vt:lpstr>
      <vt:lpstr>SmartTicketing 발표</vt:lpstr>
      <vt:lpstr>SmartTicketing 발표</vt:lpstr>
      <vt:lpstr>SMART TICKETING</vt:lpstr>
      <vt:lpstr>목차</vt:lpstr>
      <vt:lpstr>예매 과정의 네 가지 불편</vt:lpstr>
      <vt:lpstr>선호는 한 번, 예매는 자동으로</vt:lpstr>
      <vt:lpstr>팀 구성과 역할</vt:lpstr>
      <vt:lpstr>기술 스택</vt:lpstr>
      <vt:lpstr>설계부터 배포까지의 협업 흐름</vt:lpstr>
      <vt:lpstr>ERD</vt:lpstr>
      <vt:lpstr>영역별 핵심 테이블</vt:lpstr>
      <vt:lpstr>PowerPoint 프레젠테이션</vt:lpstr>
      <vt:lpstr>선호 좌석 기반 예매 전략</vt:lpstr>
      <vt:lpstr>좌석 상태 및 저장소 역할</vt:lpstr>
      <vt:lpstr>후보 탐색 최적화</vt:lpstr>
      <vt:lpstr>취소표 배정 로직</vt:lpstr>
      <vt:lpstr>접속 대기실</vt:lpstr>
      <vt:lpstr>PowerPoint 프레젠테이션</vt:lpstr>
      <vt:lpstr>PowerPoint 프레젠테이션</vt:lpstr>
      <vt:lpstr>PowerPoint 프레젠테이션</vt:lpstr>
      <vt:lpstr>DB 조회 비용 감소</vt:lpstr>
      <vt:lpstr>취소표 자동 선점 결과</vt:lpstr>
      <vt:lpstr>시연 영상</vt:lpstr>
      <vt:lpstr>프로젝트 결과</vt:lpstr>
      <vt:lpstr>배운 점</vt:lpstr>
      <vt:lpstr>감사합니다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jusanghyeok</dc:creator>
  <cp:lastModifiedBy>상혁 주</cp:lastModifiedBy>
  <cp:revision>1</cp:revision>
  <dcterms:modified xsi:type="dcterms:W3CDTF">2026-10-19T08:43:35Z</dcterms:modified>
</cp:coreProperties>
</file>